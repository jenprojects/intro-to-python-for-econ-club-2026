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4"/>
    <p:sldMasterId id="214748368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Young Serif"/>
      <p:regular r:id="rId14"/>
    </p:embeddedFont>
    <p:embeddedFont>
      <p:font typeface="Rubik"/>
      <p:regular r:id="rId15"/>
      <p:bold r:id="rId16"/>
      <p:italic r:id="rId17"/>
      <p:boldItalic r:id="rId18"/>
    </p:embeddedFont>
    <p:embeddedFont>
      <p:font typeface="Rubik SemiBold"/>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ubikSemiBold-bold.fntdata"/><Relationship Id="rId22" Type="http://schemas.openxmlformats.org/officeDocument/2006/relationships/font" Target="fonts/RubikSemiBold-boldItalic.fntdata"/><Relationship Id="rId21" Type="http://schemas.openxmlformats.org/officeDocument/2006/relationships/font" Target="fonts/Rubik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Rubik-regular.fntdata"/><Relationship Id="rId14" Type="http://schemas.openxmlformats.org/officeDocument/2006/relationships/font" Target="fonts/YoungSerif-regular.fntdata"/><Relationship Id="rId17" Type="http://schemas.openxmlformats.org/officeDocument/2006/relationships/font" Target="fonts/Rubik-italic.fntdata"/><Relationship Id="rId16" Type="http://schemas.openxmlformats.org/officeDocument/2006/relationships/font" Target="fonts/Rubik-bold.fntdata"/><Relationship Id="rId19" Type="http://schemas.openxmlformats.org/officeDocument/2006/relationships/font" Target="fonts/RubikSemiBold-regular.fntdata"/><Relationship Id="rId18" Type="http://schemas.openxmlformats.org/officeDocument/2006/relationships/font" Target="fonts/Rubik-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dd82ce7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dd82ce7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cdd82ce78f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cdd82ce78f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dd82ce78f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cdd82ce78f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dd82ce78f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dd82ce78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cef9c670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cef9c670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cef9c6703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cef9c670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cdd82ce78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cdd82ce78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bg>
      <p:bgPr>
        <a:solidFill>
          <a:schemeClr val="dk2"/>
        </a:solidFill>
      </p:bgPr>
    </p:bg>
    <p:spTree>
      <p:nvGrpSpPr>
        <p:cNvPr id="54" name="Shape 54"/>
        <p:cNvGrpSpPr/>
        <p:nvPr/>
      </p:nvGrpSpPr>
      <p:grpSpPr>
        <a:xfrm>
          <a:off x="0" y="0"/>
          <a:ext cx="0" cy="0"/>
          <a:chOff x="0" y="0"/>
          <a:chExt cx="0" cy="0"/>
        </a:xfrm>
      </p:grpSpPr>
      <p:sp>
        <p:nvSpPr>
          <p:cNvPr id="55" name="Google Shape;55;p1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4"/>
          <p:cNvSpPr/>
          <p:nvPr/>
        </p:nvSpPr>
        <p:spPr>
          <a:xfrm>
            <a:off x="228600" y="228600"/>
            <a:ext cx="8686800" cy="46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57" name="Google Shape;57;p14"/>
          <p:cNvSpPr txBox="1"/>
          <p:nvPr>
            <p:ph type="title"/>
          </p:nvPr>
        </p:nvSpPr>
        <p:spPr>
          <a:xfrm>
            <a:off x="1248900" y="16328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SzPts val="5600"/>
              <a:buNone/>
              <a:defRPr sz="56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58" name="Google Shape;58;p14"/>
          <p:cNvSpPr txBox="1"/>
          <p:nvPr>
            <p:ph idx="1" type="subTitle"/>
          </p:nvPr>
        </p:nvSpPr>
        <p:spPr>
          <a:xfrm>
            <a:off x="2369850" y="3221650"/>
            <a:ext cx="4404300" cy="39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2" name="Shape 62"/>
        <p:cNvGrpSpPr/>
        <p:nvPr/>
      </p:nvGrpSpPr>
      <p:grpSpPr>
        <a:xfrm>
          <a:off x="0" y="0"/>
          <a:ext cx="0" cy="0"/>
          <a:chOff x="0" y="0"/>
          <a:chExt cx="0" cy="0"/>
        </a:xfrm>
      </p:grpSpPr>
      <p:sp>
        <p:nvSpPr>
          <p:cNvPr id="63" name="Google Shape;6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4" name="Google Shape;6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65" name="Google Shape;6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6" name="Shape 66"/>
        <p:cNvGrpSpPr/>
        <p:nvPr/>
      </p:nvGrpSpPr>
      <p:grpSpPr>
        <a:xfrm>
          <a:off x="0" y="0"/>
          <a:ext cx="0" cy="0"/>
          <a:chOff x="0" y="0"/>
          <a:chExt cx="0" cy="0"/>
        </a:xfrm>
      </p:grpSpPr>
      <p:sp>
        <p:nvSpPr>
          <p:cNvPr id="67" name="Google Shape;67;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8" name="Google Shape;68;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1" name="Shape 71"/>
        <p:cNvGrpSpPr/>
        <p:nvPr/>
      </p:nvGrpSpPr>
      <p:grpSpPr>
        <a:xfrm>
          <a:off x="0" y="0"/>
          <a:ext cx="0" cy="0"/>
          <a:chOff x="0" y="0"/>
          <a:chExt cx="0" cy="0"/>
        </a:xfrm>
      </p:grpSpPr>
      <p:sp>
        <p:nvSpPr>
          <p:cNvPr id="72" name="Google Shape;7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3" name="Google Shape;7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4" name="Shape 74"/>
        <p:cNvGrpSpPr/>
        <p:nvPr/>
      </p:nvGrpSpPr>
      <p:grpSpPr>
        <a:xfrm>
          <a:off x="0" y="0"/>
          <a:ext cx="0" cy="0"/>
          <a:chOff x="0" y="0"/>
          <a:chExt cx="0" cy="0"/>
        </a:xfrm>
      </p:grpSpPr>
      <p:sp>
        <p:nvSpPr>
          <p:cNvPr id="75" name="Google Shape;75;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6" name="Google Shape;76;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 name="Google Shape;7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8" name="Shape 78"/>
        <p:cNvGrpSpPr/>
        <p:nvPr/>
      </p:nvGrpSpPr>
      <p:grpSpPr>
        <a:xfrm>
          <a:off x="0" y="0"/>
          <a:ext cx="0" cy="0"/>
          <a:chOff x="0" y="0"/>
          <a:chExt cx="0" cy="0"/>
        </a:xfrm>
      </p:grpSpPr>
      <p:sp>
        <p:nvSpPr>
          <p:cNvPr id="79" name="Google Shape;79;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0" name="Google Shape;8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1" name="Shape 81"/>
        <p:cNvGrpSpPr/>
        <p:nvPr/>
      </p:nvGrpSpPr>
      <p:grpSpPr>
        <a:xfrm>
          <a:off x="0" y="0"/>
          <a:ext cx="0" cy="0"/>
          <a:chOff x="0" y="0"/>
          <a:chExt cx="0" cy="0"/>
        </a:xfrm>
      </p:grpSpPr>
      <p:sp>
        <p:nvSpPr>
          <p:cNvPr id="82" name="Google Shape;82;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4" name="Google Shape;84;p21"/>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 name="Google Shape;85;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86" name="Google Shape;8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7" name="Shape 87"/>
        <p:cNvGrpSpPr/>
        <p:nvPr/>
      </p:nvGrpSpPr>
      <p:grpSpPr>
        <a:xfrm>
          <a:off x="0" y="0"/>
          <a:ext cx="0" cy="0"/>
          <a:chOff x="0" y="0"/>
          <a:chExt cx="0" cy="0"/>
        </a:xfrm>
      </p:grpSpPr>
      <p:sp>
        <p:nvSpPr>
          <p:cNvPr id="88" name="Google Shape;88;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50"/>
              <a:buNone/>
              <a:defRPr/>
            </a:lvl1pPr>
          </a:lstStyle>
          <a:p/>
        </p:txBody>
      </p:sp>
      <p:sp>
        <p:nvSpPr>
          <p:cNvPr id="89" name="Google Shape;8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90" name="Shape 90"/>
        <p:cNvGrpSpPr/>
        <p:nvPr/>
      </p:nvGrpSpPr>
      <p:grpSpPr>
        <a:xfrm>
          <a:off x="0" y="0"/>
          <a:ext cx="0" cy="0"/>
          <a:chOff x="0" y="0"/>
          <a:chExt cx="0" cy="0"/>
        </a:xfrm>
      </p:grpSpPr>
      <p:sp>
        <p:nvSpPr>
          <p:cNvPr id="91" name="Google Shape;91;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4325" lvl="0" marL="457200" algn="ctr">
              <a:spcBef>
                <a:spcPts val="0"/>
              </a:spcBef>
              <a:spcAft>
                <a:spcPts val="0"/>
              </a:spcAft>
              <a:buSzPts val="1350"/>
              <a:buChar char="●"/>
              <a:defRPr/>
            </a:lvl1pPr>
            <a:lvl2pPr indent="-314325" lvl="1" marL="914400" algn="ctr">
              <a:spcBef>
                <a:spcPts val="0"/>
              </a:spcBef>
              <a:spcAft>
                <a:spcPts val="0"/>
              </a:spcAft>
              <a:buSzPts val="1350"/>
              <a:buChar char="○"/>
              <a:defRPr/>
            </a:lvl2pPr>
            <a:lvl3pPr indent="-314325" lvl="2" marL="1371600" algn="ctr">
              <a:spcBef>
                <a:spcPts val="0"/>
              </a:spcBef>
              <a:spcAft>
                <a:spcPts val="0"/>
              </a:spcAft>
              <a:buSzPts val="1350"/>
              <a:buChar char="■"/>
              <a:defRPr/>
            </a:lvl3pPr>
            <a:lvl4pPr indent="-314325" lvl="3" marL="1828800" algn="ctr">
              <a:spcBef>
                <a:spcPts val="0"/>
              </a:spcBef>
              <a:spcAft>
                <a:spcPts val="0"/>
              </a:spcAft>
              <a:buSzPts val="1350"/>
              <a:buChar char="●"/>
              <a:defRPr/>
            </a:lvl4pPr>
            <a:lvl5pPr indent="-314325" lvl="4" marL="2286000" algn="ctr">
              <a:spcBef>
                <a:spcPts val="0"/>
              </a:spcBef>
              <a:spcAft>
                <a:spcPts val="0"/>
              </a:spcAft>
              <a:buSzPts val="1350"/>
              <a:buChar char="○"/>
              <a:defRPr/>
            </a:lvl5pPr>
            <a:lvl6pPr indent="-314325" lvl="5" marL="2743200" algn="ctr">
              <a:spcBef>
                <a:spcPts val="0"/>
              </a:spcBef>
              <a:spcAft>
                <a:spcPts val="0"/>
              </a:spcAft>
              <a:buSzPts val="1350"/>
              <a:buChar char="■"/>
              <a:defRPr/>
            </a:lvl6pPr>
            <a:lvl7pPr indent="-314325" lvl="6" marL="3200400" algn="ctr">
              <a:spcBef>
                <a:spcPts val="0"/>
              </a:spcBef>
              <a:spcAft>
                <a:spcPts val="0"/>
              </a:spcAft>
              <a:buSzPts val="1350"/>
              <a:buChar char="●"/>
              <a:defRPr/>
            </a:lvl7pPr>
            <a:lvl8pPr indent="-314325" lvl="7" marL="3657600" algn="ctr">
              <a:spcBef>
                <a:spcPts val="0"/>
              </a:spcBef>
              <a:spcAft>
                <a:spcPts val="0"/>
              </a:spcAft>
              <a:buSzPts val="1350"/>
              <a:buChar char="○"/>
              <a:defRPr/>
            </a:lvl8pPr>
            <a:lvl9pPr indent="-314325" lvl="8" marL="4114800" algn="ctr">
              <a:spcBef>
                <a:spcPts val="0"/>
              </a:spcBef>
              <a:spcAft>
                <a:spcPts val="0"/>
              </a:spcAft>
              <a:buSzPts val="1350"/>
              <a:buChar char="■"/>
              <a:defRPr/>
            </a:lvl9pPr>
          </a:lstStyle>
          <a:p/>
        </p:txBody>
      </p:sp>
      <p:sp>
        <p:nvSpPr>
          <p:cNvPr id="93" name="Google Shape;9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4" name="Shape 94"/>
        <p:cNvGrpSpPr/>
        <p:nvPr/>
      </p:nvGrpSpPr>
      <p:grpSpPr>
        <a:xfrm>
          <a:off x="0" y="0"/>
          <a:ext cx="0" cy="0"/>
          <a:chOff x="0" y="0"/>
          <a:chExt cx="0" cy="0"/>
        </a:xfrm>
      </p:grpSpPr>
      <p:sp>
        <p:nvSpPr>
          <p:cNvPr id="95" name="Google Shape;95;p24"/>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96" name="Google Shape;9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8" name="Google Shape;98;p2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99" name="Google Shape;99;p2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0" name="Google Shape;100;p2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1" name="Google Shape;101;p2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02" name="Google Shape;102;p2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3" name="Shape 103"/>
        <p:cNvGrpSpPr/>
        <p:nvPr/>
      </p:nvGrpSpPr>
      <p:grpSpPr>
        <a:xfrm>
          <a:off x="0" y="0"/>
          <a:ext cx="0" cy="0"/>
          <a:chOff x="0" y="0"/>
          <a:chExt cx="0" cy="0"/>
        </a:xfrm>
      </p:grpSpPr>
      <p:sp>
        <p:nvSpPr>
          <p:cNvPr id="104" name="Google Shape;104;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05" name="Google Shape;105;p25"/>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06" name="Google Shape;106;p25"/>
          <p:cNvSpPr/>
          <p:nvPr>
            <p:ph idx="2" type="pic"/>
          </p:nvPr>
        </p:nvSpPr>
        <p:spPr>
          <a:xfrm>
            <a:off x="4992024" y="1152775"/>
            <a:ext cx="3840300" cy="3416400"/>
          </a:xfrm>
          <a:prstGeom prst="rect">
            <a:avLst/>
          </a:prstGeom>
          <a:noFill/>
          <a:ln>
            <a:noFill/>
          </a:ln>
        </p:spPr>
      </p:sp>
      <p:sp>
        <p:nvSpPr>
          <p:cNvPr id="107" name="Google Shape;10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08" name="Shape 108"/>
        <p:cNvGrpSpPr/>
        <p:nvPr/>
      </p:nvGrpSpPr>
      <p:grpSpPr>
        <a:xfrm>
          <a:off x="0" y="0"/>
          <a:ext cx="0" cy="0"/>
          <a:chOff x="0" y="0"/>
          <a:chExt cx="0" cy="0"/>
        </a:xfrm>
      </p:grpSpPr>
      <p:sp>
        <p:nvSpPr>
          <p:cNvPr id="109" name="Google Shape;10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1" name="Google Shape;111;p26"/>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2" name="Google Shape;112;p26"/>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3" name="Google Shape;113;p2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4" name="Google Shape;114;p2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5" name="Shape 115"/>
        <p:cNvGrpSpPr/>
        <p:nvPr/>
      </p:nvGrpSpPr>
      <p:grpSpPr>
        <a:xfrm>
          <a:off x="0" y="0"/>
          <a:ext cx="0" cy="0"/>
          <a:chOff x="0" y="0"/>
          <a:chExt cx="0" cy="0"/>
        </a:xfrm>
      </p:grpSpPr>
      <p:sp>
        <p:nvSpPr>
          <p:cNvPr id="116" name="Google Shape;11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7"/>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8" name="Google Shape;118;p27"/>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19" name="Google Shape;119;p27"/>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0" name="Google Shape;120;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1" name="Google Shape;121;p2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2" name="Google Shape;122;p2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3" name="Google Shape;123;p2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4" name="Shape 124"/>
        <p:cNvGrpSpPr/>
        <p:nvPr/>
      </p:nvGrpSpPr>
      <p:grpSpPr>
        <a:xfrm>
          <a:off x="0" y="0"/>
          <a:ext cx="0" cy="0"/>
          <a:chOff x="0" y="0"/>
          <a:chExt cx="0" cy="0"/>
        </a:xfrm>
      </p:grpSpPr>
      <p:sp>
        <p:nvSpPr>
          <p:cNvPr id="125" name="Google Shape;12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8"/>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7" name="Google Shape;127;p28"/>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8" name="Google Shape;128;p28"/>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29" name="Google Shape;129;p28"/>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130" name="Google Shape;130;p28"/>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1" name="Google Shape;131;p2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2" name="Google Shape;132;p2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3" name="Google Shape;133;p2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4" name="Google Shape;134;p2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35" name="Shape 135"/>
        <p:cNvGrpSpPr/>
        <p:nvPr/>
      </p:nvGrpSpPr>
      <p:grpSpPr>
        <a:xfrm>
          <a:off x="0" y="0"/>
          <a:ext cx="0" cy="0"/>
          <a:chOff x="0" y="0"/>
          <a:chExt cx="0" cy="0"/>
        </a:xfrm>
      </p:grpSpPr>
      <p:sp>
        <p:nvSpPr>
          <p:cNvPr id="136" name="Google Shape;136;p2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37" name="Google Shape;137;p29"/>
          <p:cNvSpPr/>
          <p:nvPr>
            <p:ph idx="2" type="pic"/>
          </p:nvPr>
        </p:nvSpPr>
        <p:spPr>
          <a:xfrm>
            <a:off x="4804825" y="1133300"/>
            <a:ext cx="4027500" cy="2392800"/>
          </a:xfrm>
          <a:prstGeom prst="rect">
            <a:avLst/>
          </a:prstGeom>
          <a:noFill/>
          <a:ln>
            <a:noFill/>
          </a:ln>
        </p:spPr>
      </p:sp>
      <p:sp>
        <p:nvSpPr>
          <p:cNvPr id="138" name="Google Shape;138;p29"/>
          <p:cNvSpPr/>
          <p:nvPr>
            <p:ph idx="3" type="pic"/>
          </p:nvPr>
        </p:nvSpPr>
        <p:spPr>
          <a:xfrm>
            <a:off x="311725" y="1133300"/>
            <a:ext cx="4027500" cy="2392800"/>
          </a:xfrm>
          <a:prstGeom prst="rect">
            <a:avLst/>
          </a:prstGeom>
          <a:noFill/>
          <a:ln>
            <a:noFill/>
          </a:ln>
        </p:spPr>
      </p:sp>
      <p:sp>
        <p:nvSpPr>
          <p:cNvPr id="139" name="Google Shape;139;p2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42" name="Google Shape;142;p2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3" name="Google Shape;143;p2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4" name="Shape 144"/>
        <p:cNvGrpSpPr/>
        <p:nvPr/>
      </p:nvGrpSpPr>
      <p:grpSpPr>
        <a:xfrm>
          <a:off x="0" y="0"/>
          <a:ext cx="0" cy="0"/>
          <a:chOff x="0" y="0"/>
          <a:chExt cx="0" cy="0"/>
        </a:xfrm>
      </p:grpSpPr>
      <p:sp>
        <p:nvSpPr>
          <p:cNvPr id="145" name="Google Shape;145;p3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6" name="Google Shape;146;p30"/>
          <p:cNvSpPr/>
          <p:nvPr>
            <p:ph idx="2" type="pic"/>
          </p:nvPr>
        </p:nvSpPr>
        <p:spPr>
          <a:xfrm>
            <a:off x="6205225" y="1128325"/>
            <a:ext cx="2627100" cy="2273100"/>
          </a:xfrm>
          <a:prstGeom prst="rect">
            <a:avLst/>
          </a:prstGeom>
          <a:noFill/>
          <a:ln>
            <a:noFill/>
          </a:ln>
        </p:spPr>
      </p:sp>
      <p:sp>
        <p:nvSpPr>
          <p:cNvPr id="147" name="Google Shape;147;p30"/>
          <p:cNvSpPr/>
          <p:nvPr>
            <p:ph idx="3" type="pic"/>
          </p:nvPr>
        </p:nvSpPr>
        <p:spPr>
          <a:xfrm>
            <a:off x="311725" y="1128325"/>
            <a:ext cx="2627100" cy="2273100"/>
          </a:xfrm>
          <a:prstGeom prst="rect">
            <a:avLst/>
          </a:prstGeom>
          <a:noFill/>
          <a:ln>
            <a:noFill/>
          </a:ln>
        </p:spPr>
      </p:sp>
      <p:sp>
        <p:nvSpPr>
          <p:cNvPr id="148" name="Google Shape;148;p3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9" name="Google Shape;149;p30"/>
          <p:cNvSpPr/>
          <p:nvPr>
            <p:ph idx="5" type="pic"/>
          </p:nvPr>
        </p:nvSpPr>
        <p:spPr>
          <a:xfrm>
            <a:off x="3255250" y="1128325"/>
            <a:ext cx="2627100" cy="2273100"/>
          </a:xfrm>
          <a:prstGeom prst="rect">
            <a:avLst/>
          </a:prstGeom>
          <a:noFill/>
          <a:ln>
            <a:noFill/>
          </a:ln>
        </p:spPr>
      </p:sp>
      <p:sp>
        <p:nvSpPr>
          <p:cNvPr id="150" name="Google Shape;150;p3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53" name="Google Shape;153;p3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4" name="Google Shape;154;p3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5" name="Google Shape;155;p3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56" name="Shape 156"/>
        <p:cNvGrpSpPr/>
        <p:nvPr/>
      </p:nvGrpSpPr>
      <p:grpSpPr>
        <a:xfrm>
          <a:off x="0" y="0"/>
          <a:ext cx="0" cy="0"/>
          <a:chOff x="0" y="0"/>
          <a:chExt cx="0" cy="0"/>
        </a:xfrm>
      </p:grpSpPr>
      <p:sp>
        <p:nvSpPr>
          <p:cNvPr id="157" name="Google Shape;157;p31"/>
          <p:cNvSpPr/>
          <p:nvPr>
            <p:ph idx="2" type="pic"/>
          </p:nvPr>
        </p:nvSpPr>
        <p:spPr>
          <a:xfrm>
            <a:off x="311700" y="445025"/>
            <a:ext cx="8520600" cy="4218300"/>
          </a:xfrm>
          <a:prstGeom prst="rect">
            <a:avLst/>
          </a:prstGeom>
          <a:noFill/>
          <a:ln>
            <a:noFill/>
          </a:ln>
        </p:spPr>
      </p:sp>
      <p:sp>
        <p:nvSpPr>
          <p:cNvPr id="158" name="Google Shape;15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59" name="Shape 159"/>
        <p:cNvGrpSpPr/>
        <p:nvPr/>
      </p:nvGrpSpPr>
      <p:grpSpPr>
        <a:xfrm>
          <a:off x="0" y="0"/>
          <a:ext cx="0" cy="0"/>
          <a:chOff x="0" y="0"/>
          <a:chExt cx="0" cy="0"/>
        </a:xfrm>
      </p:grpSpPr>
      <p:sp>
        <p:nvSpPr>
          <p:cNvPr id="160" name="Google Shape;16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1" name="Google Shape;161;p32"/>
          <p:cNvSpPr/>
          <p:nvPr>
            <p:ph idx="2" type="pic"/>
          </p:nvPr>
        </p:nvSpPr>
        <p:spPr>
          <a:xfrm>
            <a:off x="3389600" y="118913"/>
            <a:ext cx="1643700" cy="1535100"/>
          </a:xfrm>
          <a:prstGeom prst="rect">
            <a:avLst/>
          </a:prstGeom>
          <a:noFill/>
          <a:ln>
            <a:noFill/>
          </a:ln>
        </p:spPr>
      </p:sp>
      <p:sp>
        <p:nvSpPr>
          <p:cNvPr id="162" name="Google Shape;162;p32"/>
          <p:cNvSpPr/>
          <p:nvPr>
            <p:ph idx="3" type="pic"/>
          </p:nvPr>
        </p:nvSpPr>
        <p:spPr>
          <a:xfrm>
            <a:off x="5195935" y="118913"/>
            <a:ext cx="1643700" cy="1535100"/>
          </a:xfrm>
          <a:prstGeom prst="rect">
            <a:avLst/>
          </a:prstGeom>
          <a:noFill/>
          <a:ln>
            <a:noFill/>
          </a:ln>
        </p:spPr>
      </p:sp>
      <p:sp>
        <p:nvSpPr>
          <p:cNvPr id="163" name="Google Shape;163;p32"/>
          <p:cNvSpPr/>
          <p:nvPr>
            <p:ph idx="4" type="pic"/>
          </p:nvPr>
        </p:nvSpPr>
        <p:spPr>
          <a:xfrm>
            <a:off x="7002270" y="118913"/>
            <a:ext cx="1643700" cy="1535100"/>
          </a:xfrm>
          <a:prstGeom prst="rect">
            <a:avLst/>
          </a:prstGeom>
          <a:noFill/>
          <a:ln>
            <a:noFill/>
          </a:ln>
        </p:spPr>
      </p:sp>
      <p:sp>
        <p:nvSpPr>
          <p:cNvPr id="164" name="Google Shape;164;p32"/>
          <p:cNvSpPr/>
          <p:nvPr>
            <p:ph idx="5" type="pic"/>
          </p:nvPr>
        </p:nvSpPr>
        <p:spPr>
          <a:xfrm>
            <a:off x="3389588" y="1804212"/>
            <a:ext cx="1643700" cy="1535100"/>
          </a:xfrm>
          <a:prstGeom prst="rect">
            <a:avLst/>
          </a:prstGeom>
          <a:noFill/>
          <a:ln>
            <a:noFill/>
          </a:ln>
        </p:spPr>
      </p:sp>
      <p:sp>
        <p:nvSpPr>
          <p:cNvPr id="165" name="Google Shape;165;p32"/>
          <p:cNvSpPr/>
          <p:nvPr>
            <p:ph idx="6" type="pic"/>
          </p:nvPr>
        </p:nvSpPr>
        <p:spPr>
          <a:xfrm>
            <a:off x="5195922" y="1804212"/>
            <a:ext cx="1643700" cy="1535100"/>
          </a:xfrm>
          <a:prstGeom prst="rect">
            <a:avLst/>
          </a:prstGeom>
          <a:noFill/>
          <a:ln>
            <a:noFill/>
          </a:ln>
        </p:spPr>
      </p:sp>
      <p:sp>
        <p:nvSpPr>
          <p:cNvPr id="166" name="Google Shape;166;p32"/>
          <p:cNvSpPr/>
          <p:nvPr>
            <p:ph idx="7" type="pic"/>
          </p:nvPr>
        </p:nvSpPr>
        <p:spPr>
          <a:xfrm>
            <a:off x="7002257" y="1804212"/>
            <a:ext cx="1643700" cy="1535100"/>
          </a:xfrm>
          <a:prstGeom prst="rect">
            <a:avLst/>
          </a:prstGeom>
          <a:noFill/>
          <a:ln>
            <a:noFill/>
          </a:ln>
        </p:spPr>
      </p:sp>
      <p:sp>
        <p:nvSpPr>
          <p:cNvPr id="167" name="Google Shape;167;p3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68" name="Google Shape;168;p32"/>
          <p:cNvSpPr/>
          <p:nvPr>
            <p:ph idx="8" type="pic"/>
          </p:nvPr>
        </p:nvSpPr>
        <p:spPr>
          <a:xfrm>
            <a:off x="3389588" y="3489487"/>
            <a:ext cx="1643700" cy="1535100"/>
          </a:xfrm>
          <a:prstGeom prst="rect">
            <a:avLst/>
          </a:prstGeom>
          <a:noFill/>
          <a:ln>
            <a:noFill/>
          </a:ln>
        </p:spPr>
      </p:sp>
      <p:sp>
        <p:nvSpPr>
          <p:cNvPr id="169" name="Google Shape;169;p32"/>
          <p:cNvSpPr/>
          <p:nvPr>
            <p:ph idx="9" type="pic"/>
          </p:nvPr>
        </p:nvSpPr>
        <p:spPr>
          <a:xfrm>
            <a:off x="5195922" y="3489487"/>
            <a:ext cx="1643700" cy="1535100"/>
          </a:xfrm>
          <a:prstGeom prst="rect">
            <a:avLst/>
          </a:prstGeom>
          <a:noFill/>
          <a:ln>
            <a:noFill/>
          </a:ln>
        </p:spPr>
      </p:sp>
      <p:sp>
        <p:nvSpPr>
          <p:cNvPr id="170" name="Google Shape;170;p3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x">
  <p:cSld name="TITLE_AND_BODY">
    <p:bg>
      <p:bgPr>
        <a:solidFill>
          <a:schemeClr val="lt1"/>
        </a:solidFill>
      </p:bgPr>
    </p:bg>
    <p:spTree>
      <p:nvGrpSpPr>
        <p:cNvPr id="171" name="Shape 171"/>
        <p:cNvGrpSpPr/>
        <p:nvPr/>
      </p:nvGrpSpPr>
      <p:grpSpPr>
        <a:xfrm>
          <a:off x="0" y="0"/>
          <a:ext cx="0" cy="0"/>
          <a:chOff x="0" y="0"/>
          <a:chExt cx="0" cy="0"/>
        </a:xfrm>
      </p:grpSpPr>
      <p:sp>
        <p:nvSpPr>
          <p:cNvPr id="172" name="Google Shape;172;p3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3" name="Google Shape;173;p33"/>
          <p:cNvSpPr/>
          <p:nvPr>
            <p:ph idx="2" type="pic"/>
          </p:nvPr>
        </p:nvSpPr>
        <p:spPr>
          <a:xfrm>
            <a:off x="228600" y="1322475"/>
            <a:ext cx="8686800" cy="3592500"/>
          </a:xfrm>
          <a:prstGeom prst="rect">
            <a:avLst/>
          </a:prstGeom>
          <a:noFill/>
          <a:ln>
            <a:noFill/>
          </a:ln>
        </p:spPr>
      </p:sp>
      <p:sp>
        <p:nvSpPr>
          <p:cNvPr id="174" name="Google Shape;174;p33"/>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Rubik"/>
              <a:ea typeface="Rubik"/>
              <a:cs typeface="Rubik"/>
              <a:sym typeface="Rubik"/>
            </a:endParaRPr>
          </a:p>
        </p:txBody>
      </p:sp>
      <p:sp>
        <p:nvSpPr>
          <p:cNvPr id="175" name="Google Shape;175;p33"/>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two columns" type="twoColTx">
  <p:cSld name="TITLE_AND_TWO_COLUMNS">
    <p:bg>
      <p:bgPr>
        <a:solidFill>
          <a:schemeClr val="lt1"/>
        </a:solidFill>
      </p:bgPr>
    </p:bg>
    <p:spTree>
      <p:nvGrpSpPr>
        <p:cNvPr id="176" name="Shape 176"/>
        <p:cNvGrpSpPr/>
        <p:nvPr/>
      </p:nvGrpSpPr>
      <p:grpSpPr>
        <a:xfrm>
          <a:off x="0" y="0"/>
          <a:ext cx="0" cy="0"/>
          <a:chOff x="0" y="0"/>
          <a:chExt cx="0" cy="0"/>
        </a:xfrm>
      </p:grpSpPr>
      <p:sp>
        <p:nvSpPr>
          <p:cNvPr id="177" name="Google Shape;177;p3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34"/>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179" name="Google Shape;179;p34"/>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180" name="Google Shape;180;p34"/>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181" name="Google Shape;181;p34"/>
          <p:cNvSpPr/>
          <p:nvPr/>
        </p:nvSpPr>
        <p:spPr>
          <a:xfrm>
            <a:off x="227150"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182" name="Google Shape;182;p34"/>
          <p:cNvSpPr txBox="1"/>
          <p:nvPr>
            <p:ph idx="1" type="body"/>
          </p:nvPr>
        </p:nvSpPr>
        <p:spPr>
          <a:xfrm>
            <a:off x="688450"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183" name="Google Shape;183;p34"/>
          <p:cNvSpPr/>
          <p:nvPr/>
        </p:nvSpPr>
        <p:spPr>
          <a:xfrm>
            <a:off x="4685575"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184" name="Google Shape;184;p34"/>
          <p:cNvSpPr txBox="1"/>
          <p:nvPr>
            <p:ph idx="2" type="body"/>
          </p:nvPr>
        </p:nvSpPr>
        <p:spPr>
          <a:xfrm>
            <a:off x="5146875"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185" name="Google Shape;185;p34"/>
          <p:cNvSpPr txBox="1"/>
          <p:nvPr>
            <p:ph idx="3"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body">
  <p:cSld name="CUSTOM">
    <p:bg>
      <p:bgPr>
        <a:solidFill>
          <a:schemeClr val="lt1"/>
        </a:solidFill>
      </p:bgPr>
    </p:bg>
    <p:spTree>
      <p:nvGrpSpPr>
        <p:cNvPr id="186" name="Shape 186"/>
        <p:cNvGrpSpPr/>
        <p:nvPr/>
      </p:nvGrpSpPr>
      <p:grpSpPr>
        <a:xfrm>
          <a:off x="0" y="0"/>
          <a:ext cx="0" cy="0"/>
          <a:chOff x="0" y="0"/>
          <a:chExt cx="0" cy="0"/>
        </a:xfrm>
      </p:grpSpPr>
      <p:sp>
        <p:nvSpPr>
          <p:cNvPr id="187" name="Google Shape;187;p35"/>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188" name="Google Shape;188;p35"/>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189" name="Google Shape;189;p35"/>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190" name="Google Shape;190;p35"/>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191" name="Google Shape;191;p35"/>
          <p:cNvSpPr/>
          <p:nvPr/>
        </p:nvSpPr>
        <p:spPr>
          <a:xfrm>
            <a:off x="228450" y="1762300"/>
            <a:ext cx="86868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192" name="Google Shape;192;p35"/>
          <p:cNvSpPr txBox="1"/>
          <p:nvPr>
            <p:ph idx="2" type="body"/>
          </p:nvPr>
        </p:nvSpPr>
        <p:spPr>
          <a:xfrm>
            <a:off x="456400" y="1983350"/>
            <a:ext cx="81138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193" name="Google Shape;193;p3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e column and image">
  <p:cSld name="CUSTOM_1">
    <p:bg>
      <p:bgPr>
        <a:solidFill>
          <a:schemeClr val="lt1"/>
        </a:solidFill>
      </p:bgPr>
    </p:bg>
    <p:spTree>
      <p:nvGrpSpPr>
        <p:cNvPr id="194" name="Shape 194"/>
        <p:cNvGrpSpPr/>
        <p:nvPr/>
      </p:nvGrpSpPr>
      <p:grpSpPr>
        <a:xfrm>
          <a:off x="0" y="0"/>
          <a:ext cx="0" cy="0"/>
          <a:chOff x="0" y="0"/>
          <a:chExt cx="0" cy="0"/>
        </a:xfrm>
      </p:grpSpPr>
      <p:sp>
        <p:nvSpPr>
          <p:cNvPr id="195" name="Google Shape;195;p36"/>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196" name="Google Shape;196;p36"/>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197" name="Google Shape;197;p36"/>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198" name="Google Shape;198;p36"/>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199" name="Google Shape;199;p36"/>
          <p:cNvSpPr/>
          <p:nvPr>
            <p:ph idx="2" type="pic"/>
          </p:nvPr>
        </p:nvSpPr>
        <p:spPr>
          <a:xfrm>
            <a:off x="4685900" y="1762300"/>
            <a:ext cx="4229400" cy="3152400"/>
          </a:xfrm>
          <a:prstGeom prst="rect">
            <a:avLst/>
          </a:prstGeom>
          <a:noFill/>
          <a:ln>
            <a:noFill/>
          </a:ln>
        </p:spPr>
      </p:sp>
      <p:sp>
        <p:nvSpPr>
          <p:cNvPr id="200" name="Google Shape;200;p36"/>
          <p:cNvSpPr/>
          <p:nvPr/>
        </p:nvSpPr>
        <p:spPr>
          <a:xfrm>
            <a:off x="228450" y="1762300"/>
            <a:ext cx="42294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201" name="Google Shape;201;p36"/>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202" name="Google Shape;202;p3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1">
  <p:cSld name="CUSTOM_2">
    <p:bg>
      <p:bgPr>
        <a:solidFill>
          <a:schemeClr val="lt1"/>
        </a:solidFill>
      </p:bgPr>
    </p:bg>
    <p:spTree>
      <p:nvGrpSpPr>
        <p:cNvPr id="203" name="Shape 203"/>
        <p:cNvGrpSpPr/>
        <p:nvPr/>
      </p:nvGrpSpPr>
      <p:grpSpPr>
        <a:xfrm>
          <a:off x="0" y="0"/>
          <a:ext cx="0" cy="0"/>
          <a:chOff x="0" y="0"/>
          <a:chExt cx="0" cy="0"/>
        </a:xfrm>
      </p:grpSpPr>
      <p:sp>
        <p:nvSpPr>
          <p:cNvPr id="204" name="Google Shape;204;p37"/>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05" name="Google Shape;205;p37"/>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06" name="Google Shape;206;p37"/>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07" name="Google Shape;207;p37"/>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08" name="Google Shape;208;p37"/>
          <p:cNvSpPr/>
          <p:nvPr>
            <p:ph idx="2" type="pic"/>
          </p:nvPr>
        </p:nvSpPr>
        <p:spPr>
          <a:xfrm>
            <a:off x="228600" y="3062975"/>
            <a:ext cx="8686800" cy="1851900"/>
          </a:xfrm>
          <a:prstGeom prst="rect">
            <a:avLst/>
          </a:prstGeom>
          <a:noFill/>
          <a:ln>
            <a:noFill/>
          </a:ln>
        </p:spPr>
      </p:sp>
      <p:sp>
        <p:nvSpPr>
          <p:cNvPr id="209" name="Google Shape;209;p37"/>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10" name="Google Shape;210;p37"/>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11" name="Google Shape;211;p37"/>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12" name="Google Shape;212;p37"/>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13" name="Google Shape;213;p37"/>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2">
  <p:cSld name="CUSTOM_2_1">
    <p:bg>
      <p:bgPr>
        <a:solidFill>
          <a:schemeClr val="lt1"/>
        </a:solidFill>
      </p:bgPr>
    </p:bg>
    <p:spTree>
      <p:nvGrpSpPr>
        <p:cNvPr id="214" name="Shape 214"/>
        <p:cNvGrpSpPr/>
        <p:nvPr/>
      </p:nvGrpSpPr>
      <p:grpSpPr>
        <a:xfrm>
          <a:off x="0" y="0"/>
          <a:ext cx="0" cy="0"/>
          <a:chOff x="0" y="0"/>
          <a:chExt cx="0" cy="0"/>
        </a:xfrm>
      </p:grpSpPr>
      <p:sp>
        <p:nvSpPr>
          <p:cNvPr id="215" name="Google Shape;215;p38"/>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16" name="Google Shape;216;p38"/>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17" name="Google Shape;217;p38"/>
          <p:cNvSpPr/>
          <p:nvPr>
            <p:ph idx="2" type="pic"/>
          </p:nvPr>
        </p:nvSpPr>
        <p:spPr>
          <a:xfrm>
            <a:off x="228600" y="3062975"/>
            <a:ext cx="8686800" cy="1851900"/>
          </a:xfrm>
          <a:prstGeom prst="rect">
            <a:avLst/>
          </a:prstGeom>
          <a:noFill/>
          <a:ln>
            <a:noFill/>
          </a:ln>
        </p:spPr>
      </p:sp>
      <p:sp>
        <p:nvSpPr>
          <p:cNvPr id="218" name="Google Shape;218;p38"/>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19" name="Google Shape;219;p38"/>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20" name="Google Shape;220;p38"/>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21" name="Google Shape;221;p38"/>
          <p:cNvSpPr txBox="1"/>
          <p:nvPr>
            <p:ph idx="1"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22" name="Google Shape;222;p38"/>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23" name="Google Shape;223;p38"/>
          <p:cNvSpPr txBox="1"/>
          <p:nvPr>
            <p:ph idx="3"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24" name="Google Shape;224;p3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3">
  <p:cSld name="CUSTOM_2_1_1">
    <p:bg>
      <p:bgPr>
        <a:solidFill>
          <a:schemeClr val="lt1"/>
        </a:solidFill>
      </p:bgPr>
    </p:bg>
    <p:spTree>
      <p:nvGrpSpPr>
        <p:cNvPr id="225" name="Shape 225"/>
        <p:cNvGrpSpPr/>
        <p:nvPr/>
      </p:nvGrpSpPr>
      <p:grpSpPr>
        <a:xfrm>
          <a:off x="0" y="0"/>
          <a:ext cx="0" cy="0"/>
          <a:chOff x="0" y="0"/>
          <a:chExt cx="0" cy="0"/>
        </a:xfrm>
      </p:grpSpPr>
      <p:sp>
        <p:nvSpPr>
          <p:cNvPr id="226" name="Google Shape;226;p39"/>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27" name="Google Shape;227;p39"/>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28" name="Google Shape;228;p39"/>
          <p:cNvSpPr/>
          <p:nvPr>
            <p:ph idx="2" type="pic"/>
          </p:nvPr>
        </p:nvSpPr>
        <p:spPr>
          <a:xfrm>
            <a:off x="228600" y="3062975"/>
            <a:ext cx="8686800" cy="1851900"/>
          </a:xfrm>
          <a:prstGeom prst="rect">
            <a:avLst/>
          </a:prstGeom>
          <a:noFill/>
          <a:ln>
            <a:noFill/>
          </a:ln>
        </p:spPr>
      </p:sp>
      <p:sp>
        <p:nvSpPr>
          <p:cNvPr id="229" name="Google Shape;229;p39"/>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30" name="Google Shape;230;p39"/>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231" name="Google Shape;231;p39"/>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32" name="Google Shape;232;p39"/>
          <p:cNvSpPr txBox="1"/>
          <p:nvPr>
            <p:ph idx="1"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33" name="Google Shape;233;p39"/>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34" name="Google Shape;234;p39"/>
          <p:cNvSpPr txBox="1"/>
          <p:nvPr>
            <p:ph idx="3"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35" name="Google Shape;235;p39"/>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4">
  <p:cSld name="CUSTOM_2_1_1_1">
    <p:bg>
      <p:bgPr>
        <a:solidFill>
          <a:schemeClr val="lt1"/>
        </a:solidFill>
      </p:bgPr>
    </p:bg>
    <p:spTree>
      <p:nvGrpSpPr>
        <p:cNvPr id="236" name="Shape 236"/>
        <p:cNvGrpSpPr/>
        <p:nvPr/>
      </p:nvGrpSpPr>
      <p:grpSpPr>
        <a:xfrm>
          <a:off x="0" y="0"/>
          <a:ext cx="0" cy="0"/>
          <a:chOff x="0" y="0"/>
          <a:chExt cx="0" cy="0"/>
        </a:xfrm>
      </p:grpSpPr>
      <p:sp>
        <p:nvSpPr>
          <p:cNvPr id="237" name="Google Shape;237;p40"/>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238" name="Google Shape;238;p40"/>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239" name="Google Shape;239;p40"/>
          <p:cNvSpPr/>
          <p:nvPr>
            <p:ph idx="2" type="pic"/>
          </p:nvPr>
        </p:nvSpPr>
        <p:spPr>
          <a:xfrm>
            <a:off x="228600" y="3062975"/>
            <a:ext cx="8686800" cy="1851900"/>
          </a:xfrm>
          <a:prstGeom prst="rect">
            <a:avLst/>
          </a:prstGeom>
          <a:noFill/>
          <a:ln>
            <a:noFill/>
          </a:ln>
        </p:spPr>
      </p:sp>
      <p:sp>
        <p:nvSpPr>
          <p:cNvPr id="240" name="Google Shape;240;p40"/>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41" name="Google Shape;241;p40"/>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42" name="Google Shape;242;p40"/>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43" name="Google Shape;243;p40"/>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44" name="Google Shape;244;p40"/>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45" name="Google Shape;245;p40"/>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46" name="Google Shape;246;p40"/>
          <p:cNvSpPr txBox="1"/>
          <p:nvPr>
            <p:ph idx="4"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47" name="Google Shape;247;p40"/>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48" name="Google Shape;248;p40"/>
          <p:cNvSpPr txBox="1"/>
          <p:nvPr>
            <p:ph idx="5"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249" name="Google Shape;249;p40"/>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250" name="Google Shape;250;p40"/>
          <p:cNvSpPr txBox="1"/>
          <p:nvPr>
            <p:ph idx="6"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251" name="Google Shape;251;p40"/>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252" name="Google Shape;252;p40"/>
          <p:cNvSpPr txBox="1"/>
          <p:nvPr>
            <p:ph idx="7"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CUSTOM_3">
    <p:bg>
      <p:bgPr>
        <a:solidFill>
          <a:schemeClr val="dk2"/>
        </a:solidFill>
      </p:bgPr>
    </p:bg>
    <p:spTree>
      <p:nvGrpSpPr>
        <p:cNvPr id="253" name="Shape 253"/>
        <p:cNvGrpSpPr/>
        <p:nvPr/>
      </p:nvGrpSpPr>
      <p:grpSpPr>
        <a:xfrm>
          <a:off x="0" y="0"/>
          <a:ext cx="0" cy="0"/>
          <a:chOff x="0" y="0"/>
          <a:chExt cx="0" cy="0"/>
        </a:xfrm>
      </p:grpSpPr>
      <p:sp>
        <p:nvSpPr>
          <p:cNvPr id="254" name="Google Shape;254;p41"/>
          <p:cNvSpPr/>
          <p:nvPr/>
        </p:nvSpPr>
        <p:spPr>
          <a:xfrm>
            <a:off x="228600" y="228600"/>
            <a:ext cx="86868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255" name="Google Shape;255;p41"/>
          <p:cNvSpPr txBox="1"/>
          <p:nvPr>
            <p:ph type="title"/>
          </p:nvPr>
        </p:nvSpPr>
        <p:spPr>
          <a:xfrm>
            <a:off x="1248900" y="17773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4000"/>
              <a:buNone/>
              <a:defRPr>
                <a:solidFill>
                  <a:schemeClr val="dk2"/>
                </a:solidFill>
              </a:defRPr>
            </a:lvl2pPr>
            <a:lvl3pPr lvl="2">
              <a:spcBef>
                <a:spcPts val="0"/>
              </a:spcBef>
              <a:spcAft>
                <a:spcPts val="0"/>
              </a:spcAft>
              <a:buClr>
                <a:schemeClr val="dk2"/>
              </a:buClr>
              <a:buSzPts val="4000"/>
              <a:buNone/>
              <a:defRPr>
                <a:solidFill>
                  <a:schemeClr val="dk2"/>
                </a:solidFill>
              </a:defRPr>
            </a:lvl3pPr>
            <a:lvl4pPr lvl="3">
              <a:spcBef>
                <a:spcPts val="0"/>
              </a:spcBef>
              <a:spcAft>
                <a:spcPts val="0"/>
              </a:spcAft>
              <a:buClr>
                <a:schemeClr val="dk2"/>
              </a:buClr>
              <a:buSzPts val="4000"/>
              <a:buNone/>
              <a:defRPr>
                <a:solidFill>
                  <a:schemeClr val="dk2"/>
                </a:solidFill>
              </a:defRPr>
            </a:lvl4pPr>
            <a:lvl5pPr lvl="4">
              <a:spcBef>
                <a:spcPts val="0"/>
              </a:spcBef>
              <a:spcAft>
                <a:spcPts val="0"/>
              </a:spcAft>
              <a:buClr>
                <a:schemeClr val="dk2"/>
              </a:buClr>
              <a:buSzPts val="4000"/>
              <a:buNone/>
              <a:defRPr>
                <a:solidFill>
                  <a:schemeClr val="dk2"/>
                </a:solidFill>
              </a:defRPr>
            </a:lvl5pPr>
            <a:lvl6pPr lvl="5">
              <a:spcBef>
                <a:spcPts val="0"/>
              </a:spcBef>
              <a:spcAft>
                <a:spcPts val="0"/>
              </a:spcAft>
              <a:buClr>
                <a:schemeClr val="dk2"/>
              </a:buClr>
              <a:buSzPts val="4000"/>
              <a:buNone/>
              <a:defRPr>
                <a:solidFill>
                  <a:schemeClr val="dk2"/>
                </a:solidFill>
              </a:defRPr>
            </a:lvl6pPr>
            <a:lvl7pPr lvl="6">
              <a:spcBef>
                <a:spcPts val="0"/>
              </a:spcBef>
              <a:spcAft>
                <a:spcPts val="0"/>
              </a:spcAft>
              <a:buClr>
                <a:schemeClr val="dk2"/>
              </a:buClr>
              <a:buSzPts val="4000"/>
              <a:buNone/>
              <a:defRPr>
                <a:solidFill>
                  <a:schemeClr val="dk2"/>
                </a:solidFill>
              </a:defRPr>
            </a:lvl7pPr>
            <a:lvl8pPr lvl="7">
              <a:spcBef>
                <a:spcPts val="0"/>
              </a:spcBef>
              <a:spcAft>
                <a:spcPts val="0"/>
              </a:spcAft>
              <a:buClr>
                <a:schemeClr val="dk2"/>
              </a:buClr>
              <a:buSzPts val="4000"/>
              <a:buNone/>
              <a:defRPr>
                <a:solidFill>
                  <a:schemeClr val="dk2"/>
                </a:solidFill>
              </a:defRPr>
            </a:lvl8pPr>
            <a:lvl9pPr lvl="8">
              <a:spcBef>
                <a:spcPts val="0"/>
              </a:spcBef>
              <a:spcAft>
                <a:spcPts val="0"/>
              </a:spcAft>
              <a:buClr>
                <a:schemeClr val="dk2"/>
              </a:buClr>
              <a:buSzPts val="4000"/>
              <a:buNone/>
              <a:defRPr>
                <a:solidFill>
                  <a:schemeClr val="dk2"/>
                </a:solidFill>
              </a:defRPr>
            </a:lvl9pPr>
          </a:lstStyle>
          <a:p/>
        </p:txBody>
      </p:sp>
      <p:sp>
        <p:nvSpPr>
          <p:cNvPr id="256" name="Google Shape;256;p41"/>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4">
    <p:spTree>
      <p:nvGrpSpPr>
        <p:cNvPr id="257" name="Shape 25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1pPr>
            <a:lvl2pPr lvl="1">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2pPr>
            <a:lvl3pPr lvl="2">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3pPr>
            <a:lvl4pPr lvl="3">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4pPr>
            <a:lvl5pPr lvl="4">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5pPr>
            <a:lvl6pPr lvl="5">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6pPr>
            <a:lvl7pPr lvl="6">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7pPr>
            <a:lvl8pPr lvl="7">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8pPr>
            <a:lvl9pPr lvl="8">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9pPr>
          </a:lstStyle>
          <a:p/>
        </p:txBody>
      </p:sp>
      <p:sp>
        <p:nvSpPr>
          <p:cNvPr id="52" name="Google Shape;52;p13"/>
          <p:cNvSpPr txBox="1"/>
          <p:nvPr>
            <p:ph idx="1" type="body"/>
          </p:nvPr>
        </p:nvSpPr>
        <p:spPr>
          <a:xfrm>
            <a:off x="311700" y="1814450"/>
            <a:ext cx="8520600" cy="3416400"/>
          </a:xfrm>
          <a:prstGeom prst="rect">
            <a:avLst/>
          </a:prstGeom>
          <a:noFill/>
          <a:ln>
            <a:noFill/>
          </a:ln>
        </p:spPr>
        <p:txBody>
          <a:bodyPr anchorCtr="0" anchor="t" bIns="91425" lIns="91425" spcFirstLastPara="1" rIns="91425" wrap="square" tIns="91425">
            <a:normAutofit/>
          </a:bodyPr>
          <a:lstStyle>
            <a:lvl1pPr indent="-314325" lvl="0" marL="457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1pPr>
            <a:lvl2pPr indent="-314325" lvl="1" marL="914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2pPr>
            <a:lvl3pPr indent="-314325" lvl="2" marL="1371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3pPr>
            <a:lvl4pPr indent="-314325" lvl="3" marL="1828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4pPr>
            <a:lvl5pPr indent="-314325" lvl="4" marL="22860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5pPr>
            <a:lvl6pPr indent="-314325" lvl="5" marL="2743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6pPr>
            <a:lvl7pPr indent="-314325" lvl="6" marL="3200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7pPr>
            <a:lvl8pPr indent="-314325" lvl="7" marL="3657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8pPr>
            <a:lvl9pPr indent="-314325" lvl="8" marL="4114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9pPr>
          </a:lstStyle>
          <a:p/>
        </p:txBody>
      </p:sp>
      <p:sp>
        <p:nvSpPr>
          <p:cNvPr id="53" name="Google Shape;53;p13"/>
          <p:cNvSpPr txBox="1"/>
          <p:nvPr>
            <p:ph idx="12" type="sldNum"/>
          </p:nvPr>
        </p:nvSpPr>
        <p:spPr>
          <a:xfrm>
            <a:off x="8595308" y="4749892"/>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ubik"/>
                <a:ea typeface="Rubik"/>
                <a:cs typeface="Rubik"/>
                <a:sym typeface="Rubik"/>
              </a:defRPr>
            </a:lvl1pPr>
            <a:lvl2pPr lvl="1" algn="r">
              <a:buNone/>
              <a:defRPr sz="1000">
                <a:solidFill>
                  <a:schemeClr val="dk2"/>
                </a:solidFill>
                <a:latin typeface="Rubik"/>
                <a:ea typeface="Rubik"/>
                <a:cs typeface="Rubik"/>
                <a:sym typeface="Rubik"/>
              </a:defRPr>
            </a:lvl2pPr>
            <a:lvl3pPr lvl="2" algn="r">
              <a:buNone/>
              <a:defRPr sz="1000">
                <a:solidFill>
                  <a:schemeClr val="dk2"/>
                </a:solidFill>
                <a:latin typeface="Rubik"/>
                <a:ea typeface="Rubik"/>
                <a:cs typeface="Rubik"/>
                <a:sym typeface="Rubik"/>
              </a:defRPr>
            </a:lvl3pPr>
            <a:lvl4pPr lvl="3" algn="r">
              <a:buNone/>
              <a:defRPr sz="1000">
                <a:solidFill>
                  <a:schemeClr val="dk2"/>
                </a:solidFill>
                <a:latin typeface="Rubik"/>
                <a:ea typeface="Rubik"/>
                <a:cs typeface="Rubik"/>
                <a:sym typeface="Rubik"/>
              </a:defRPr>
            </a:lvl4pPr>
            <a:lvl5pPr lvl="4" algn="r">
              <a:buNone/>
              <a:defRPr sz="1000">
                <a:solidFill>
                  <a:schemeClr val="dk2"/>
                </a:solidFill>
                <a:latin typeface="Rubik"/>
                <a:ea typeface="Rubik"/>
                <a:cs typeface="Rubik"/>
                <a:sym typeface="Rubik"/>
              </a:defRPr>
            </a:lvl5pPr>
            <a:lvl6pPr lvl="5" algn="r">
              <a:buNone/>
              <a:defRPr sz="1000">
                <a:solidFill>
                  <a:schemeClr val="dk2"/>
                </a:solidFill>
                <a:latin typeface="Rubik"/>
                <a:ea typeface="Rubik"/>
                <a:cs typeface="Rubik"/>
                <a:sym typeface="Rubik"/>
              </a:defRPr>
            </a:lvl6pPr>
            <a:lvl7pPr lvl="6" algn="r">
              <a:buNone/>
              <a:defRPr sz="1000">
                <a:solidFill>
                  <a:schemeClr val="dk2"/>
                </a:solidFill>
                <a:latin typeface="Rubik"/>
                <a:ea typeface="Rubik"/>
                <a:cs typeface="Rubik"/>
                <a:sym typeface="Rubik"/>
              </a:defRPr>
            </a:lvl7pPr>
            <a:lvl8pPr lvl="7" algn="r">
              <a:buNone/>
              <a:defRPr sz="1000">
                <a:solidFill>
                  <a:schemeClr val="dk2"/>
                </a:solidFill>
                <a:latin typeface="Rubik"/>
                <a:ea typeface="Rubik"/>
                <a:cs typeface="Rubik"/>
                <a:sym typeface="Rubik"/>
              </a:defRPr>
            </a:lvl8pPr>
            <a:lvl9pPr lvl="8" algn="r">
              <a:buNone/>
              <a:defRPr sz="1000">
                <a:solidFill>
                  <a:schemeClr val="dk2"/>
                </a:solidFill>
                <a:latin typeface="Rubik"/>
                <a:ea typeface="Rubik"/>
                <a:cs typeface="Rubik"/>
                <a:sym typeface="Rubi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hyperlink" Target="https://tcnj.zoom.us/j/95118495150?pwd=QmA4d3y9fuqG67gLvmuMlOchYaMPDn.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3"/>
          <p:cNvSpPr txBox="1"/>
          <p:nvPr>
            <p:ph type="title"/>
          </p:nvPr>
        </p:nvSpPr>
        <p:spPr>
          <a:xfrm>
            <a:off x="1248900" y="1632850"/>
            <a:ext cx="6646200" cy="158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Python + Research Skills</a:t>
            </a:r>
            <a:endParaRPr/>
          </a:p>
        </p:txBody>
      </p:sp>
      <p:sp>
        <p:nvSpPr>
          <p:cNvPr id="263" name="Google Shape;263;p43"/>
          <p:cNvSpPr txBox="1"/>
          <p:nvPr>
            <p:ph idx="1" type="subTitle"/>
          </p:nvPr>
        </p:nvSpPr>
        <p:spPr>
          <a:xfrm>
            <a:off x="2369850" y="3221650"/>
            <a:ext cx="4404300" cy="39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Economics</a:t>
            </a:r>
            <a:r>
              <a:rPr lang="en"/>
              <a:t> Club - 3/11/26</a:t>
            </a:r>
            <a:endParaRPr/>
          </a:p>
        </p:txBody>
      </p:sp>
      <p:pic>
        <p:nvPicPr>
          <p:cNvPr id="264" name="Google Shape;264;p43"/>
          <p:cNvPicPr preferRelativeResize="0"/>
          <p:nvPr/>
        </p:nvPicPr>
        <p:blipFill>
          <a:blip r:embed="rId3">
            <a:alphaModFix/>
          </a:blip>
          <a:stretch>
            <a:fillRect/>
          </a:stretch>
        </p:blipFill>
        <p:spPr>
          <a:xfrm>
            <a:off x="691500" y="563675"/>
            <a:ext cx="1617050" cy="1617050"/>
          </a:xfrm>
          <a:prstGeom prst="rect">
            <a:avLst/>
          </a:prstGeom>
          <a:noFill/>
          <a:ln>
            <a:noFill/>
          </a:ln>
        </p:spPr>
      </p:pic>
      <p:pic>
        <p:nvPicPr>
          <p:cNvPr id="265" name="Google Shape;265;p43"/>
          <p:cNvPicPr preferRelativeResize="0"/>
          <p:nvPr/>
        </p:nvPicPr>
        <p:blipFill>
          <a:blip r:embed="rId4">
            <a:alphaModFix/>
          </a:blip>
          <a:stretch>
            <a:fillRect/>
          </a:stretch>
        </p:blipFill>
        <p:spPr>
          <a:xfrm>
            <a:off x="6734250" y="490700"/>
            <a:ext cx="1763000" cy="1763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4"/>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What is Python and why does it matter?</a:t>
            </a:r>
            <a:r>
              <a:rPr lang="en"/>
              <a:t> </a:t>
            </a:r>
            <a:endParaRPr/>
          </a:p>
        </p:txBody>
      </p:sp>
      <p:sp>
        <p:nvSpPr>
          <p:cNvPr id="271" name="Google Shape;271;p44"/>
          <p:cNvSpPr txBox="1"/>
          <p:nvPr/>
        </p:nvSpPr>
        <p:spPr>
          <a:xfrm>
            <a:off x="297175" y="1337300"/>
            <a:ext cx="8321100" cy="3177600"/>
          </a:xfrm>
          <a:prstGeom prst="rect">
            <a:avLst/>
          </a:prstGeom>
          <a:noFill/>
          <a:ln>
            <a:noFill/>
          </a:ln>
        </p:spPr>
        <p:txBody>
          <a:bodyPr anchorCtr="0" anchor="t" bIns="91425" lIns="91425" spcFirstLastPara="1" rIns="91425" wrap="square" tIns="91425">
            <a:noAutofit/>
          </a:bodyPr>
          <a:lstStyle/>
          <a:p>
            <a:pPr indent="-311150" lvl="0" marL="457200" rtl="0" algn="l">
              <a:lnSpc>
                <a:spcPct val="13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Python is a programming language used to analyze and work with data</a:t>
            </a:r>
            <a:endParaRPr sz="1300">
              <a:solidFill>
                <a:schemeClr val="dk1"/>
              </a:solidFill>
              <a:latin typeface="Young Serif"/>
              <a:ea typeface="Young Serif"/>
              <a:cs typeface="Young Serif"/>
              <a:sym typeface="Young Serif"/>
            </a:endParaRPr>
          </a:p>
          <a:p>
            <a:pPr indent="-311150" lvl="0" marL="457200" rtl="0" algn="l">
              <a:lnSpc>
                <a:spcPct val="13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Widely used in economics, finance, research, and tech</a:t>
            </a:r>
            <a:endParaRPr sz="1300">
              <a:solidFill>
                <a:schemeClr val="dk1"/>
              </a:solidFill>
              <a:latin typeface="Young Serif"/>
              <a:ea typeface="Young Serif"/>
              <a:cs typeface="Young Serif"/>
              <a:sym typeface="Young Serif"/>
            </a:endParaRPr>
          </a:p>
          <a:p>
            <a:pPr indent="-311150" lvl="0" marL="457200" rtl="0" algn="l">
              <a:lnSpc>
                <a:spcPct val="13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Helps automate tasks like cleaning datasets, running regressions, and creating graphs</a:t>
            </a:r>
            <a:endParaRPr sz="1300">
              <a:solidFill>
                <a:schemeClr val="dk1"/>
              </a:solidFill>
              <a:latin typeface="Young Serif"/>
              <a:ea typeface="Young Serif"/>
              <a:cs typeface="Young Serif"/>
              <a:sym typeface="Young Serif"/>
            </a:endParaRPr>
          </a:p>
          <a:p>
            <a:pPr indent="-311150" lvl="0" marL="457200" rtl="0" algn="l">
              <a:lnSpc>
                <a:spcPct val="13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Works with libraries like: </a:t>
            </a:r>
            <a:endParaRPr sz="1300">
              <a:solidFill>
                <a:schemeClr val="dk1"/>
              </a:solidFill>
              <a:latin typeface="Young Serif"/>
              <a:ea typeface="Young Serif"/>
              <a:cs typeface="Young Serif"/>
              <a:sym typeface="Young Serif"/>
            </a:endParaRPr>
          </a:p>
          <a:p>
            <a:pPr indent="-311150" lvl="1" marL="914400" rtl="0" algn="l">
              <a:lnSpc>
                <a:spcPct val="135000"/>
              </a:lnSpc>
              <a:spcBef>
                <a:spcPts val="0"/>
              </a:spcBef>
              <a:spcAft>
                <a:spcPts val="0"/>
              </a:spcAft>
              <a:buClr>
                <a:schemeClr val="dk1"/>
              </a:buClr>
              <a:buSzPts val="1300"/>
              <a:buChar char="○"/>
            </a:pPr>
            <a:r>
              <a:rPr b="1" lang="en" sz="1300">
                <a:solidFill>
                  <a:schemeClr val="dk1"/>
                </a:solidFill>
                <a:latin typeface="Young Serif"/>
                <a:ea typeface="Young Serif"/>
                <a:cs typeface="Young Serif"/>
                <a:sym typeface="Young Serif"/>
              </a:rPr>
              <a:t>NumPy</a:t>
            </a:r>
            <a:r>
              <a:rPr lang="en" sz="1300">
                <a:solidFill>
                  <a:schemeClr val="dk1"/>
                </a:solidFill>
                <a:latin typeface="Young Serif"/>
                <a:ea typeface="Young Serif"/>
                <a:cs typeface="Young Serif"/>
                <a:sym typeface="Young Serif"/>
              </a:rPr>
              <a:t> – Numerical computing</a:t>
            </a:r>
            <a:endParaRPr sz="1300">
              <a:solidFill>
                <a:schemeClr val="dk1"/>
              </a:solidFill>
              <a:latin typeface="Young Serif"/>
              <a:ea typeface="Young Serif"/>
              <a:cs typeface="Young Serif"/>
              <a:sym typeface="Young Serif"/>
            </a:endParaRPr>
          </a:p>
          <a:p>
            <a:pPr indent="-311150" lvl="1" marL="914400" rtl="0" algn="l">
              <a:lnSpc>
                <a:spcPct val="135000"/>
              </a:lnSpc>
              <a:spcBef>
                <a:spcPts val="0"/>
              </a:spcBef>
              <a:spcAft>
                <a:spcPts val="0"/>
              </a:spcAft>
              <a:buClr>
                <a:schemeClr val="dk1"/>
              </a:buClr>
              <a:buSzPts val="1300"/>
              <a:buChar char="○"/>
            </a:pPr>
            <a:r>
              <a:rPr b="1" lang="en" sz="1300">
                <a:solidFill>
                  <a:schemeClr val="dk1"/>
                </a:solidFill>
                <a:latin typeface="Young Serif"/>
                <a:ea typeface="Young Serif"/>
                <a:cs typeface="Young Serif"/>
                <a:sym typeface="Young Serif"/>
              </a:rPr>
              <a:t>Pandas</a:t>
            </a:r>
            <a:r>
              <a:rPr lang="en" sz="1300">
                <a:solidFill>
                  <a:schemeClr val="dk1"/>
                </a:solidFill>
                <a:latin typeface="Young Serif"/>
                <a:ea typeface="Young Serif"/>
                <a:cs typeface="Young Serif"/>
                <a:sym typeface="Young Serif"/>
              </a:rPr>
              <a:t> – Data manipulation and analysis</a:t>
            </a:r>
            <a:endParaRPr sz="1300">
              <a:solidFill>
                <a:schemeClr val="dk1"/>
              </a:solidFill>
              <a:latin typeface="Young Serif"/>
              <a:ea typeface="Young Serif"/>
              <a:cs typeface="Young Serif"/>
              <a:sym typeface="Young Serif"/>
            </a:endParaRPr>
          </a:p>
          <a:p>
            <a:pPr indent="-311150" lvl="1" marL="914400" rtl="0" algn="l">
              <a:lnSpc>
                <a:spcPct val="135000"/>
              </a:lnSpc>
              <a:spcBef>
                <a:spcPts val="0"/>
              </a:spcBef>
              <a:spcAft>
                <a:spcPts val="0"/>
              </a:spcAft>
              <a:buClr>
                <a:schemeClr val="dk1"/>
              </a:buClr>
              <a:buSzPts val="1300"/>
              <a:buChar char="○"/>
            </a:pPr>
            <a:r>
              <a:rPr b="1" lang="en" sz="1300">
                <a:solidFill>
                  <a:schemeClr val="dk1"/>
                </a:solidFill>
                <a:latin typeface="Young Serif"/>
                <a:ea typeface="Young Serif"/>
                <a:cs typeface="Young Serif"/>
                <a:sym typeface="Young Serif"/>
              </a:rPr>
              <a:t>Matplotlib / Seaborn</a:t>
            </a:r>
            <a:r>
              <a:rPr lang="en" sz="1300">
                <a:solidFill>
                  <a:schemeClr val="dk1"/>
                </a:solidFill>
                <a:latin typeface="Young Serif"/>
                <a:ea typeface="Young Serif"/>
                <a:cs typeface="Young Serif"/>
                <a:sym typeface="Young Serif"/>
              </a:rPr>
              <a:t> – Data visualization and charting</a:t>
            </a:r>
            <a:endParaRPr sz="1300">
              <a:solidFill>
                <a:schemeClr val="dk1"/>
              </a:solidFill>
              <a:latin typeface="Young Serif"/>
              <a:ea typeface="Young Serif"/>
              <a:cs typeface="Young Serif"/>
              <a:sym typeface="Young Serif"/>
            </a:endParaRPr>
          </a:p>
          <a:p>
            <a:pPr indent="0" lvl="0" marL="0" rtl="0" algn="l">
              <a:lnSpc>
                <a:spcPct val="135000"/>
              </a:lnSpc>
              <a:spcBef>
                <a:spcPts val="0"/>
              </a:spcBef>
              <a:spcAft>
                <a:spcPts val="0"/>
              </a:spcAft>
              <a:buNone/>
            </a:pPr>
            <a:r>
              <a:rPr lang="en" sz="1300">
                <a:solidFill>
                  <a:schemeClr val="dk1"/>
                </a:solidFill>
                <a:latin typeface="Young Serif"/>
                <a:ea typeface="Young Serif"/>
                <a:cs typeface="Young Serif"/>
                <a:sym typeface="Young Serif"/>
              </a:rPr>
              <a:t>**These </a:t>
            </a:r>
            <a:r>
              <a:rPr lang="en" sz="1300">
                <a:solidFill>
                  <a:schemeClr val="dk1"/>
                </a:solidFill>
                <a:latin typeface="Young Serif"/>
                <a:ea typeface="Young Serif"/>
                <a:cs typeface="Young Serif"/>
                <a:sym typeface="Young Serif"/>
              </a:rPr>
              <a:t>libraries have a corresponding website with guides and tutorials</a:t>
            </a:r>
            <a:endParaRPr sz="1300">
              <a:solidFill>
                <a:schemeClr val="dk1"/>
              </a:solidFill>
              <a:latin typeface="Young Serif"/>
              <a:ea typeface="Young Serif"/>
              <a:cs typeface="Young Serif"/>
              <a:sym typeface="Young Serif"/>
            </a:endParaRPr>
          </a:p>
          <a:p>
            <a:pPr indent="-311150" lvl="0" marL="457200" rtl="0" algn="l">
              <a:lnSpc>
                <a:spcPct val="13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Increasingly required for research, internships, and data-driven careers</a:t>
            </a:r>
            <a:endParaRPr sz="1300">
              <a:solidFill>
                <a:schemeClr val="dk1"/>
              </a:solidFill>
              <a:latin typeface="Young Serif"/>
              <a:ea typeface="Young Serif"/>
              <a:cs typeface="Young Serif"/>
              <a:sym typeface="Young Serif"/>
            </a:endParaRPr>
          </a:p>
          <a:p>
            <a:pPr indent="0" lvl="0" marL="0" rtl="0" algn="l">
              <a:lnSpc>
                <a:spcPct val="135000"/>
              </a:lnSpc>
              <a:spcBef>
                <a:spcPts val="0"/>
              </a:spcBef>
              <a:spcAft>
                <a:spcPts val="0"/>
              </a:spcAft>
              <a:buNone/>
            </a:pPr>
            <a:r>
              <a:t/>
            </a:r>
            <a:endParaRPr sz="1300">
              <a:solidFill>
                <a:schemeClr val="dk1"/>
              </a:solidFill>
              <a:latin typeface="Young Serif"/>
              <a:ea typeface="Young Serif"/>
              <a:cs typeface="Young Serif"/>
              <a:sym typeface="Young Serif"/>
            </a:endParaRPr>
          </a:p>
          <a:p>
            <a:pPr indent="0" lvl="0" marL="0" rtl="0" algn="l">
              <a:lnSpc>
                <a:spcPct val="135000"/>
              </a:lnSpc>
              <a:spcBef>
                <a:spcPts val="0"/>
              </a:spcBef>
              <a:spcAft>
                <a:spcPts val="0"/>
              </a:spcAft>
              <a:buNone/>
            </a:pPr>
            <a:r>
              <a:rPr lang="en" sz="1300">
                <a:solidFill>
                  <a:schemeClr val="dk1"/>
                </a:solidFill>
                <a:latin typeface="Young Serif"/>
                <a:ea typeface="Young Serif"/>
                <a:cs typeface="Young Serif"/>
                <a:sym typeface="Young Serif"/>
              </a:rPr>
              <a:t>—-------------------------------------Let’s get into it!------------------------------------------</a:t>
            </a:r>
            <a:endParaRPr sz="1300">
              <a:solidFill>
                <a:schemeClr val="dk1"/>
              </a:solidFill>
              <a:latin typeface="Young Serif"/>
              <a:ea typeface="Young Serif"/>
              <a:cs typeface="Young Serif"/>
              <a:sym typeface="Young Serif"/>
            </a:endParaRPr>
          </a:p>
          <a:p>
            <a:pPr indent="0" lvl="0" marL="0" rtl="0" algn="l">
              <a:spcBef>
                <a:spcPts val="0"/>
              </a:spcBef>
              <a:spcAft>
                <a:spcPts val="0"/>
              </a:spcAft>
              <a:buNone/>
            </a:pPr>
            <a:r>
              <a:t/>
            </a:r>
            <a:endParaRPr sz="1350">
              <a:solidFill>
                <a:schemeClr val="dk1"/>
              </a:solidFill>
              <a:latin typeface="Young Serif"/>
              <a:ea typeface="Young Serif"/>
              <a:cs typeface="Young Serif"/>
              <a:sym typeface="Young Serif"/>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5"/>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Library Resources</a:t>
            </a:r>
            <a:endParaRPr/>
          </a:p>
        </p:txBody>
      </p:sp>
      <p:sp>
        <p:nvSpPr>
          <p:cNvPr id="277" name="Google Shape;277;p45"/>
          <p:cNvSpPr txBox="1"/>
          <p:nvPr/>
        </p:nvSpPr>
        <p:spPr>
          <a:xfrm>
            <a:off x="297175" y="1337300"/>
            <a:ext cx="5368800" cy="3177600"/>
          </a:xfrm>
          <a:prstGeom prst="rect">
            <a:avLst/>
          </a:prstGeom>
          <a:noFill/>
          <a:ln>
            <a:noFill/>
          </a:ln>
        </p:spPr>
        <p:txBody>
          <a:bodyPr anchorCtr="0" anchor="t" bIns="91425" lIns="91425" spcFirstLastPara="1" rIns="91425" wrap="square" tIns="91425">
            <a:noAutofit/>
          </a:bodyPr>
          <a:lstStyle/>
          <a:p>
            <a:pPr indent="-314325" lvl="0" marL="4572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Top 3 Business Databases </a:t>
            </a:r>
            <a:endParaRPr sz="1350">
              <a:solidFill>
                <a:schemeClr val="dk1"/>
              </a:solidFill>
              <a:latin typeface="Young Serif"/>
              <a:ea typeface="Young Serif"/>
              <a:cs typeface="Young Serif"/>
              <a:sym typeface="Young Serif"/>
            </a:endParaRPr>
          </a:p>
          <a:p>
            <a:pPr indent="-314325" lvl="1" marL="9144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Business Source Premier </a:t>
            </a:r>
            <a:endParaRPr sz="1350">
              <a:solidFill>
                <a:schemeClr val="dk1"/>
              </a:solidFill>
              <a:latin typeface="Young Serif"/>
              <a:ea typeface="Young Serif"/>
              <a:cs typeface="Young Serif"/>
              <a:sym typeface="Young Serif"/>
            </a:endParaRPr>
          </a:p>
          <a:p>
            <a:pPr indent="-314325" lvl="1" marL="9144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ABI Inform Global</a:t>
            </a:r>
            <a:endParaRPr sz="1350">
              <a:solidFill>
                <a:schemeClr val="dk1"/>
              </a:solidFill>
              <a:latin typeface="Young Serif"/>
              <a:ea typeface="Young Serif"/>
              <a:cs typeface="Young Serif"/>
              <a:sym typeface="Young Serif"/>
            </a:endParaRPr>
          </a:p>
          <a:p>
            <a:pPr indent="-314325" lvl="1" marL="9144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Business Abstract with Full Text (H.W. Wilson)</a:t>
            </a:r>
            <a:endParaRPr sz="1350">
              <a:solidFill>
                <a:schemeClr val="dk1"/>
              </a:solidFill>
              <a:latin typeface="Young Serif"/>
              <a:ea typeface="Young Serif"/>
              <a:cs typeface="Young Serif"/>
              <a:sym typeface="Young Serif"/>
            </a:endParaRPr>
          </a:p>
          <a:p>
            <a:pPr indent="-314325" lvl="0" marL="4572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A</a:t>
            </a:r>
            <a:r>
              <a:rPr lang="en" sz="1350">
                <a:solidFill>
                  <a:schemeClr val="dk1"/>
                </a:solidFill>
                <a:latin typeface="Young Serif"/>
                <a:ea typeface="Young Serif"/>
                <a:cs typeface="Young Serif"/>
                <a:sym typeface="Young Serif"/>
              </a:rPr>
              <a:t>ccessing articles: don’t click on “online access,” click on the actual name title </a:t>
            </a:r>
            <a:endParaRPr sz="1350">
              <a:solidFill>
                <a:schemeClr val="dk1"/>
              </a:solidFill>
              <a:latin typeface="Young Serif"/>
              <a:ea typeface="Young Serif"/>
              <a:cs typeface="Young Serif"/>
              <a:sym typeface="Young Serif"/>
            </a:endParaRPr>
          </a:p>
          <a:p>
            <a:pPr indent="-314325" lvl="0" marL="4572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Mr. Terrance Bennett (the G.O.A.T.) </a:t>
            </a:r>
            <a:endParaRPr sz="1350">
              <a:solidFill>
                <a:schemeClr val="dk1"/>
              </a:solidFill>
              <a:latin typeface="Young Serif"/>
              <a:ea typeface="Young Serif"/>
              <a:cs typeface="Young Serif"/>
              <a:sym typeface="Young Serif"/>
            </a:endParaRPr>
          </a:p>
          <a:p>
            <a:pPr indent="-314325" lvl="0" marL="4572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TCNJ Libguides </a:t>
            </a:r>
            <a:endParaRPr sz="1350">
              <a:solidFill>
                <a:schemeClr val="dk1"/>
              </a:solidFill>
              <a:latin typeface="Young Serif"/>
              <a:ea typeface="Young Serif"/>
              <a:cs typeface="Young Serif"/>
              <a:sym typeface="Young Serif"/>
            </a:endParaRPr>
          </a:p>
          <a:p>
            <a:pPr indent="-314325" lvl="0" marL="4572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Interlibrary Loan </a:t>
            </a:r>
            <a:endParaRPr sz="1350">
              <a:solidFill>
                <a:schemeClr val="dk1"/>
              </a:solidFill>
              <a:latin typeface="Young Serif"/>
              <a:ea typeface="Young Serif"/>
              <a:cs typeface="Young Serif"/>
              <a:sym typeface="Young Serif"/>
            </a:endParaRPr>
          </a:p>
          <a:p>
            <a:pPr indent="-314325" lvl="0" marL="4572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NYT loophole </a:t>
            </a:r>
            <a:endParaRPr sz="1350">
              <a:solidFill>
                <a:schemeClr val="dk1"/>
              </a:solidFill>
              <a:latin typeface="Young Serif"/>
              <a:ea typeface="Young Serif"/>
              <a:cs typeface="Young Serif"/>
              <a:sym typeface="Young Serif"/>
            </a:endParaRPr>
          </a:p>
          <a:p>
            <a:pPr indent="-314325" lvl="1" marL="914400" rtl="0" algn="l">
              <a:lnSpc>
                <a:spcPct val="13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Mercer County Library Card </a:t>
            </a:r>
            <a:endParaRPr sz="1350">
              <a:solidFill>
                <a:schemeClr val="dk1"/>
              </a:solidFill>
              <a:latin typeface="Young Serif"/>
              <a:ea typeface="Young Serif"/>
              <a:cs typeface="Young Serif"/>
              <a:sym typeface="Young Serif"/>
            </a:endParaRPr>
          </a:p>
        </p:txBody>
      </p:sp>
      <p:pic>
        <p:nvPicPr>
          <p:cNvPr id="278" name="Google Shape;278;p45"/>
          <p:cNvPicPr preferRelativeResize="0"/>
          <p:nvPr/>
        </p:nvPicPr>
        <p:blipFill rotWithShape="1">
          <a:blip r:embed="rId3">
            <a:alphaModFix/>
          </a:blip>
          <a:srcRect b="0" l="11418" r="17620" t="13081"/>
          <a:stretch/>
        </p:blipFill>
        <p:spPr>
          <a:xfrm>
            <a:off x="6005325" y="1435838"/>
            <a:ext cx="2420500" cy="29805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6"/>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Jen’s notes</a:t>
            </a:r>
            <a:endParaRPr/>
          </a:p>
        </p:txBody>
      </p:sp>
      <p:sp>
        <p:nvSpPr>
          <p:cNvPr id="284" name="Google Shape;284;p46"/>
          <p:cNvSpPr txBox="1"/>
          <p:nvPr/>
        </p:nvSpPr>
        <p:spPr>
          <a:xfrm>
            <a:off x="352175" y="1255400"/>
            <a:ext cx="3993600" cy="33414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Zoom, Excel, Linkedin Learning all free! </a:t>
            </a:r>
            <a:endParaRPr sz="1350">
              <a:solidFill>
                <a:schemeClr val="dk1"/>
              </a:solidFill>
              <a:latin typeface="Young Serif"/>
              <a:ea typeface="Young Serif"/>
              <a:cs typeface="Young Serif"/>
              <a:sym typeface="Young Serif"/>
            </a:endParaRPr>
          </a:p>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Start </a:t>
            </a:r>
            <a:r>
              <a:rPr lang="en" sz="1350">
                <a:solidFill>
                  <a:schemeClr val="dk1"/>
                </a:solidFill>
                <a:latin typeface="Young Serif"/>
                <a:ea typeface="Young Serif"/>
                <a:cs typeface="Young Serif"/>
                <a:sym typeface="Young Serif"/>
              </a:rPr>
              <a:t>networking</a:t>
            </a:r>
            <a:r>
              <a:rPr lang="en" sz="1350">
                <a:solidFill>
                  <a:schemeClr val="dk1"/>
                </a:solidFill>
                <a:latin typeface="Young Serif"/>
                <a:ea typeface="Young Serif"/>
                <a:cs typeface="Young Serif"/>
                <a:sym typeface="Young Serif"/>
              </a:rPr>
              <a:t> on linkedin with alumni/people you look up to</a:t>
            </a:r>
            <a:endParaRPr sz="1350">
              <a:solidFill>
                <a:schemeClr val="dk1"/>
              </a:solidFill>
              <a:latin typeface="Young Serif"/>
              <a:ea typeface="Young Serif"/>
              <a:cs typeface="Young Serif"/>
              <a:sym typeface="Young Serif"/>
            </a:endParaRPr>
          </a:p>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Recruitment at large firms starts 1+ year out (start looking at junior year summer internships as a freshman)</a:t>
            </a:r>
            <a:endParaRPr sz="1350">
              <a:solidFill>
                <a:schemeClr val="dk1"/>
              </a:solidFill>
              <a:latin typeface="Young Serif"/>
              <a:ea typeface="Young Serif"/>
              <a:cs typeface="Young Serif"/>
              <a:sym typeface="Young Serif"/>
            </a:endParaRPr>
          </a:p>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Involvement is crucial</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Student orgs</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Volunteering</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Work on campus</a:t>
            </a:r>
            <a:endParaRPr sz="1350">
              <a:solidFill>
                <a:schemeClr val="dk1"/>
              </a:solidFill>
              <a:latin typeface="Young Serif"/>
              <a:ea typeface="Young Serif"/>
              <a:cs typeface="Young Serif"/>
              <a:sym typeface="Young Serif"/>
            </a:endParaRPr>
          </a:p>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Conferences</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AEA meetings </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Regional meetings </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Specialized subject conferences</a:t>
            </a:r>
            <a:endParaRPr sz="1350">
              <a:solidFill>
                <a:schemeClr val="dk1"/>
              </a:solidFill>
              <a:latin typeface="Young Serif"/>
              <a:ea typeface="Young Serif"/>
              <a:cs typeface="Young Serif"/>
              <a:sym typeface="Young Serif"/>
            </a:endParaRPr>
          </a:p>
          <a:p>
            <a:pPr indent="0" lvl="0" marL="0" rtl="0" algn="l">
              <a:spcBef>
                <a:spcPts val="0"/>
              </a:spcBef>
              <a:spcAft>
                <a:spcPts val="0"/>
              </a:spcAft>
              <a:buNone/>
            </a:pPr>
            <a:r>
              <a:t/>
            </a:r>
            <a:endParaRPr sz="1350">
              <a:solidFill>
                <a:schemeClr val="dk1"/>
              </a:solidFill>
              <a:latin typeface="Young Serif"/>
              <a:ea typeface="Young Serif"/>
              <a:cs typeface="Young Serif"/>
              <a:sym typeface="Young Serif"/>
            </a:endParaRPr>
          </a:p>
        </p:txBody>
      </p:sp>
      <p:sp>
        <p:nvSpPr>
          <p:cNvPr id="285" name="Google Shape;285;p46"/>
          <p:cNvSpPr txBox="1"/>
          <p:nvPr/>
        </p:nvSpPr>
        <p:spPr>
          <a:xfrm>
            <a:off x="4795375" y="1255400"/>
            <a:ext cx="3993600" cy="33414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Study rooms in tutoring center </a:t>
            </a:r>
            <a:endParaRPr sz="1350">
              <a:solidFill>
                <a:schemeClr val="dk1"/>
              </a:solidFill>
              <a:latin typeface="Young Serif"/>
              <a:ea typeface="Young Serif"/>
              <a:cs typeface="Young Serif"/>
              <a:sym typeface="Young Serif"/>
            </a:endParaRPr>
          </a:p>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Competitions</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College FED Challenge</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J&amp;J  Case Competition</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Mayo Business Plan</a:t>
            </a:r>
            <a:endParaRPr sz="1350">
              <a:solidFill>
                <a:schemeClr val="dk1"/>
              </a:solidFill>
              <a:latin typeface="Young Serif"/>
              <a:ea typeface="Young Serif"/>
              <a:cs typeface="Young Serif"/>
              <a:sym typeface="Young Serif"/>
            </a:endParaRPr>
          </a:p>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Explore: </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Makerspace in AIMM</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Observatory</a:t>
            </a:r>
            <a:endParaRPr sz="1350">
              <a:solidFill>
                <a:schemeClr val="dk1"/>
              </a:solidFill>
              <a:latin typeface="Young Serif"/>
              <a:ea typeface="Young Serif"/>
              <a:cs typeface="Young Serif"/>
              <a:sym typeface="Young Serif"/>
            </a:endParaRPr>
          </a:p>
          <a:p>
            <a:pPr indent="-314325" lvl="1" marL="9144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Greenhouse</a:t>
            </a:r>
            <a:endParaRPr sz="1350">
              <a:solidFill>
                <a:schemeClr val="dk1"/>
              </a:solidFill>
              <a:latin typeface="Young Serif"/>
              <a:ea typeface="Young Serif"/>
              <a:cs typeface="Young Serif"/>
              <a:sym typeface="Young Serif"/>
            </a:endParaRPr>
          </a:p>
          <a:p>
            <a:pPr indent="-314325" lvl="0" marL="457200" rtl="0" algn="l">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Office hours </a:t>
            </a:r>
            <a:endParaRPr sz="1350">
              <a:solidFill>
                <a:schemeClr val="dk1"/>
              </a:solidFill>
              <a:latin typeface="Young Serif"/>
              <a:ea typeface="Young Serif"/>
              <a:cs typeface="Young Serif"/>
              <a:sym typeface="Young Serif"/>
            </a:endParaRPr>
          </a:p>
          <a:p>
            <a:pPr indent="-314325" lvl="0" marL="457200" rtl="0" algn="l">
              <a:lnSpc>
                <a:spcPct val="11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Research with professors</a:t>
            </a:r>
            <a:endParaRPr sz="1350">
              <a:solidFill>
                <a:schemeClr val="dk1"/>
              </a:solidFill>
              <a:latin typeface="Young Serif"/>
              <a:ea typeface="Young Serif"/>
              <a:cs typeface="Young Serif"/>
              <a:sym typeface="Young Serif"/>
            </a:endParaRPr>
          </a:p>
          <a:p>
            <a:pPr indent="-314325" lvl="0" marL="457200" rtl="0" algn="l">
              <a:lnSpc>
                <a:spcPct val="11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MUSE </a:t>
            </a:r>
            <a:endParaRPr sz="1350">
              <a:solidFill>
                <a:schemeClr val="dk1"/>
              </a:solidFill>
              <a:latin typeface="Young Serif"/>
              <a:ea typeface="Young Serif"/>
              <a:cs typeface="Young Serif"/>
              <a:sym typeface="Young Serif"/>
            </a:endParaRPr>
          </a:p>
          <a:p>
            <a:pPr indent="-314325" lvl="0" marL="457200" rtl="0" algn="l">
              <a:lnSpc>
                <a:spcPct val="115000"/>
              </a:lnSpc>
              <a:spcBef>
                <a:spcPts val="0"/>
              </a:spcBef>
              <a:spcAft>
                <a:spcPts val="0"/>
              </a:spcAft>
              <a:buClr>
                <a:schemeClr val="dk1"/>
              </a:buClr>
              <a:buSzPts val="1350"/>
              <a:buFont typeface="Young Serif"/>
              <a:buChar char="●"/>
            </a:pPr>
            <a:r>
              <a:rPr lang="en" sz="1350">
                <a:solidFill>
                  <a:schemeClr val="dk1"/>
                </a:solidFill>
                <a:latin typeface="Young Serif"/>
                <a:ea typeface="Young Serif"/>
                <a:cs typeface="Young Serif"/>
                <a:sym typeface="Young Serif"/>
              </a:rPr>
              <a:t>Go watch senior thesis presentations at COSA!!! (Tues, April 28th) </a:t>
            </a:r>
            <a:endParaRPr sz="1350">
              <a:solidFill>
                <a:schemeClr val="dk1"/>
              </a:solidFill>
              <a:latin typeface="Young Serif"/>
              <a:ea typeface="Young Serif"/>
              <a:cs typeface="Young Serif"/>
              <a:sym typeface="Young Serif"/>
            </a:endParaRPr>
          </a:p>
          <a:p>
            <a:pPr indent="0" lvl="0" marL="0" rtl="0" algn="l">
              <a:spcBef>
                <a:spcPts val="0"/>
              </a:spcBef>
              <a:spcAft>
                <a:spcPts val="0"/>
              </a:spcAft>
              <a:buNone/>
            </a:pPr>
            <a:r>
              <a:t/>
            </a:r>
            <a:endParaRPr sz="1350">
              <a:solidFill>
                <a:schemeClr val="dk1"/>
              </a:solidFill>
              <a:latin typeface="Young Serif"/>
              <a:ea typeface="Young Serif"/>
              <a:cs typeface="Young Serif"/>
              <a:sym typeface="Young Serif"/>
            </a:endParaRPr>
          </a:p>
        </p:txBody>
      </p:sp>
      <p:pic>
        <p:nvPicPr>
          <p:cNvPr id="286" name="Google Shape;286;p46"/>
          <p:cNvPicPr preferRelativeResize="0"/>
          <p:nvPr/>
        </p:nvPicPr>
        <p:blipFill rotWithShape="1">
          <a:blip r:embed="rId3">
            <a:alphaModFix/>
          </a:blip>
          <a:srcRect b="16750" l="14867" r="14804" t="0"/>
          <a:stretch/>
        </p:blipFill>
        <p:spPr>
          <a:xfrm>
            <a:off x="4144150" y="2219150"/>
            <a:ext cx="687900" cy="558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Upcoming Events</a:t>
            </a:r>
            <a:endParaRPr/>
          </a:p>
        </p:txBody>
      </p:sp>
      <p:sp>
        <p:nvSpPr>
          <p:cNvPr id="292" name="Google Shape;292;p47"/>
          <p:cNvSpPr txBox="1"/>
          <p:nvPr/>
        </p:nvSpPr>
        <p:spPr>
          <a:xfrm>
            <a:off x="297175" y="1337300"/>
            <a:ext cx="5368800" cy="317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u="sng">
                <a:solidFill>
                  <a:schemeClr val="dk1"/>
                </a:solidFill>
                <a:latin typeface="Young Serif"/>
                <a:ea typeface="Young Serif"/>
                <a:cs typeface="Young Serif"/>
                <a:sym typeface="Young Serif"/>
              </a:rPr>
              <a:t>TODAYYY!</a:t>
            </a:r>
            <a:endParaRPr b="1" sz="1300" u="sng">
              <a:solidFill>
                <a:schemeClr val="dk1"/>
              </a:solidFill>
              <a:latin typeface="Young Serif"/>
              <a:ea typeface="Young Serif"/>
              <a:cs typeface="Young Serif"/>
              <a:sym typeface="Young Serif"/>
            </a:endParaRPr>
          </a:p>
          <a:p>
            <a:pPr indent="0" lvl="0" marL="0" rtl="0" algn="l">
              <a:spcBef>
                <a:spcPts val="0"/>
              </a:spcBef>
              <a:spcAft>
                <a:spcPts val="0"/>
              </a:spcAft>
              <a:buNone/>
            </a:pPr>
            <a:r>
              <a:rPr lang="en" sz="1300">
                <a:solidFill>
                  <a:schemeClr val="dk1"/>
                </a:solidFill>
                <a:latin typeface="Young Serif"/>
                <a:ea typeface="Young Serif"/>
                <a:cs typeface="Young Serif"/>
                <a:sym typeface="Young Serif"/>
              </a:rPr>
              <a:t>Cosponsorship with Women in Business </a:t>
            </a:r>
            <a:endParaRPr sz="1300">
              <a:solidFill>
                <a:schemeClr val="dk1"/>
              </a:solidFill>
              <a:latin typeface="Young Serif"/>
              <a:ea typeface="Young Serif"/>
              <a:cs typeface="Young Serif"/>
              <a:sym typeface="Young Serif"/>
            </a:endParaRPr>
          </a:p>
          <a:p>
            <a:pPr indent="-311150" lvl="0" marL="457200" rtl="0" algn="l">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Spring Leadership Summit</a:t>
            </a:r>
            <a:endParaRPr sz="1300">
              <a:solidFill>
                <a:schemeClr val="dk1"/>
              </a:solidFill>
              <a:latin typeface="Young Serif"/>
              <a:ea typeface="Young Serif"/>
              <a:cs typeface="Young Serif"/>
              <a:sym typeface="Young Serif"/>
            </a:endParaRPr>
          </a:p>
          <a:p>
            <a:pPr indent="-311150" lvl="0" marL="457200" rtl="0" algn="l">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3–5 PM in the BB Basement </a:t>
            </a:r>
            <a:endParaRPr sz="1300">
              <a:solidFill>
                <a:schemeClr val="dk1"/>
              </a:solidFill>
              <a:latin typeface="Young Serif"/>
              <a:ea typeface="Young Serif"/>
              <a:cs typeface="Young Serif"/>
              <a:sym typeface="Young Serif"/>
            </a:endParaRPr>
          </a:p>
          <a:p>
            <a:pPr indent="-311150" lvl="0" marL="457200" rtl="0" algn="l">
              <a:lnSpc>
                <a:spcPct val="11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Alissa Hubler (Demand Planner, Church &amp; Dwight)</a:t>
            </a:r>
            <a:endParaRPr sz="1300">
              <a:solidFill>
                <a:schemeClr val="dk1"/>
              </a:solidFill>
              <a:latin typeface="Young Serif"/>
              <a:ea typeface="Young Serif"/>
              <a:cs typeface="Young Serif"/>
              <a:sym typeface="Young Serif"/>
            </a:endParaRPr>
          </a:p>
          <a:p>
            <a:pPr indent="-311150" lvl="0" marL="457200" rtl="0" algn="l">
              <a:lnSpc>
                <a:spcPct val="11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Victoria Rendine (Manager of GTM Strategy, Ralph Lauren)</a:t>
            </a:r>
            <a:endParaRPr sz="1300">
              <a:solidFill>
                <a:schemeClr val="dk1"/>
              </a:solidFill>
              <a:latin typeface="Young Serif"/>
              <a:ea typeface="Young Serif"/>
              <a:cs typeface="Young Serif"/>
              <a:sym typeface="Young Serif"/>
            </a:endParaRPr>
          </a:p>
          <a:p>
            <a:pPr indent="-311150" lvl="0" marL="457200" rtl="0" algn="l">
              <a:lnSpc>
                <a:spcPct val="11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Alla Tsypenyuk (Program Manager for Gen AI Creatives, YouTube Ads at Google)</a:t>
            </a:r>
            <a:endParaRPr sz="1300">
              <a:solidFill>
                <a:schemeClr val="dk1"/>
              </a:solidFill>
              <a:latin typeface="Young Serif"/>
              <a:ea typeface="Young Serif"/>
              <a:cs typeface="Young Serif"/>
              <a:sym typeface="Young Serif"/>
            </a:endParaRPr>
          </a:p>
          <a:p>
            <a:pPr indent="-311150" lvl="0" marL="457200" rtl="0" algn="l">
              <a:lnSpc>
                <a:spcPct val="11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Sandy Papavero (Transformational Business Strategist)</a:t>
            </a:r>
            <a:endParaRPr sz="1300">
              <a:solidFill>
                <a:schemeClr val="dk1"/>
              </a:solidFill>
              <a:latin typeface="Young Serif"/>
              <a:ea typeface="Young Serif"/>
              <a:cs typeface="Young Serif"/>
              <a:sym typeface="Young Serif"/>
            </a:endParaRPr>
          </a:p>
          <a:p>
            <a:pPr indent="-311150" lvl="0" marL="457200" rtl="0" algn="l">
              <a:lnSpc>
                <a:spcPct val="11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Jacky Mentone (Project Management)</a:t>
            </a:r>
            <a:endParaRPr sz="1300">
              <a:solidFill>
                <a:schemeClr val="dk1"/>
              </a:solidFill>
              <a:latin typeface="Young Serif"/>
              <a:ea typeface="Young Serif"/>
              <a:cs typeface="Young Serif"/>
              <a:sym typeface="Young Serif"/>
            </a:endParaRPr>
          </a:p>
          <a:p>
            <a:pPr indent="-311150" lvl="0" marL="457200" rtl="0" algn="l">
              <a:lnSpc>
                <a:spcPct val="115000"/>
              </a:lnSpc>
              <a:spcBef>
                <a:spcPts val="0"/>
              </a:spcBef>
              <a:spcAft>
                <a:spcPts val="0"/>
              </a:spcAft>
              <a:buClr>
                <a:schemeClr val="dk1"/>
              </a:buClr>
              <a:buSzPts val="1300"/>
              <a:buFont typeface="Young Serif"/>
              <a:buChar char="●"/>
            </a:pPr>
            <a:r>
              <a:rPr lang="en" sz="1300">
                <a:solidFill>
                  <a:schemeClr val="dk1"/>
                </a:solidFill>
                <a:latin typeface="Young Serif"/>
                <a:ea typeface="Young Serif"/>
                <a:cs typeface="Young Serif"/>
                <a:sym typeface="Young Serif"/>
              </a:rPr>
              <a:t>Amanda Terreri (Manager, Customer Logistics at Kenvue).</a:t>
            </a:r>
            <a:endParaRPr sz="1300">
              <a:solidFill>
                <a:schemeClr val="dk1"/>
              </a:solidFill>
              <a:latin typeface="Young Serif"/>
              <a:ea typeface="Young Serif"/>
              <a:cs typeface="Young Serif"/>
              <a:sym typeface="Young Serif"/>
            </a:endParaRPr>
          </a:p>
        </p:txBody>
      </p:sp>
      <p:pic>
        <p:nvPicPr>
          <p:cNvPr id="293" name="Google Shape;293;p47" title="Women In Business 2026 Summit (1).png"/>
          <p:cNvPicPr preferRelativeResize="0"/>
          <p:nvPr/>
        </p:nvPicPr>
        <p:blipFill>
          <a:blip r:embed="rId3">
            <a:alphaModFix/>
          </a:blip>
          <a:stretch>
            <a:fillRect/>
          </a:stretch>
        </p:blipFill>
        <p:spPr>
          <a:xfrm>
            <a:off x="5878325" y="1431225"/>
            <a:ext cx="2594074" cy="335634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Upcoming Events</a:t>
            </a:r>
            <a:endParaRPr/>
          </a:p>
        </p:txBody>
      </p:sp>
      <p:sp>
        <p:nvSpPr>
          <p:cNvPr id="299" name="Google Shape;299;p48"/>
          <p:cNvSpPr txBox="1"/>
          <p:nvPr/>
        </p:nvSpPr>
        <p:spPr>
          <a:xfrm>
            <a:off x="297175" y="1337300"/>
            <a:ext cx="8513700" cy="31776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accent6"/>
              </a:buClr>
              <a:buSzPts val="1300"/>
              <a:buFont typeface="Young Serif"/>
              <a:buChar char="●"/>
            </a:pPr>
            <a:r>
              <a:rPr lang="en" sz="1300" u="sng">
                <a:solidFill>
                  <a:srgbClr val="1155CC"/>
                </a:solidFill>
                <a:latin typeface="Young Serif"/>
                <a:ea typeface="Young Serif"/>
                <a:cs typeface="Young Serif"/>
                <a:sym typeface="Young Serif"/>
                <a:hlinkClick r:id="rId3">
                  <a:extLst>
                    <a:ext uri="{A12FA001-AC4F-418D-AE19-62706E023703}">
                      <ahyp:hlinkClr val="tx"/>
                    </a:ext>
                  </a:extLst>
                </a:hlinkClick>
              </a:rPr>
              <a:t>Zoom</a:t>
            </a:r>
            <a:r>
              <a:rPr lang="en" sz="1300">
                <a:solidFill>
                  <a:schemeClr val="accent6"/>
                </a:solidFill>
                <a:latin typeface="Young Serif"/>
                <a:ea typeface="Young Serif"/>
                <a:cs typeface="Young Serif"/>
                <a:sym typeface="Young Serif"/>
              </a:rPr>
              <a:t> with 7 Economics Alumni </a:t>
            </a:r>
            <a:endParaRPr sz="1300">
              <a:solidFill>
                <a:schemeClr val="accent6"/>
              </a:solidFill>
              <a:latin typeface="Young Serif"/>
              <a:ea typeface="Young Serif"/>
              <a:cs typeface="Young Serif"/>
              <a:sym typeface="Young Serif"/>
            </a:endParaRPr>
          </a:p>
          <a:p>
            <a:pPr indent="-311150" lvl="0" marL="4572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Wednesday Mar 25, 12-1pm</a:t>
            </a:r>
            <a:endParaRPr sz="1300">
              <a:solidFill>
                <a:schemeClr val="accent6"/>
              </a:solidFill>
              <a:latin typeface="Young Serif"/>
              <a:ea typeface="Young Serif"/>
              <a:cs typeface="Young Serif"/>
              <a:sym typeface="Young Serif"/>
            </a:endParaRPr>
          </a:p>
          <a:p>
            <a:pPr indent="-311150" lvl="1" marL="9144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Senior Economist at International Monetary Fund </a:t>
            </a:r>
            <a:endParaRPr sz="1300">
              <a:solidFill>
                <a:schemeClr val="accent6"/>
              </a:solidFill>
              <a:latin typeface="Young Serif"/>
              <a:ea typeface="Young Serif"/>
              <a:cs typeface="Young Serif"/>
              <a:sym typeface="Young Serif"/>
            </a:endParaRPr>
          </a:p>
          <a:p>
            <a:pPr indent="-311150" lvl="1" marL="9144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Senior Economist at Tax Foundation</a:t>
            </a:r>
            <a:endParaRPr sz="1300">
              <a:solidFill>
                <a:schemeClr val="accent6"/>
              </a:solidFill>
              <a:latin typeface="Young Serif"/>
              <a:ea typeface="Young Serif"/>
              <a:cs typeface="Young Serif"/>
              <a:sym typeface="Young Serif"/>
            </a:endParaRPr>
          </a:p>
          <a:p>
            <a:pPr indent="-311150" lvl="1" marL="9144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Economist at Indeed</a:t>
            </a:r>
            <a:endParaRPr sz="1300">
              <a:solidFill>
                <a:schemeClr val="accent6"/>
              </a:solidFill>
              <a:latin typeface="Young Serif"/>
              <a:ea typeface="Young Serif"/>
              <a:cs typeface="Young Serif"/>
              <a:sym typeface="Young Serif"/>
            </a:endParaRPr>
          </a:p>
          <a:p>
            <a:pPr indent="-311150" lvl="1" marL="9144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Co-Head of North American Power at Hartree Partners</a:t>
            </a:r>
            <a:endParaRPr sz="1300">
              <a:solidFill>
                <a:schemeClr val="accent6"/>
              </a:solidFill>
              <a:latin typeface="Young Serif"/>
              <a:ea typeface="Young Serif"/>
              <a:cs typeface="Young Serif"/>
              <a:sym typeface="Young Serif"/>
            </a:endParaRPr>
          </a:p>
          <a:p>
            <a:pPr indent="-311150" lvl="1" marL="9144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Associate Professor at Saint Anselm College</a:t>
            </a:r>
            <a:endParaRPr sz="1300">
              <a:solidFill>
                <a:schemeClr val="accent6"/>
              </a:solidFill>
              <a:latin typeface="Young Serif"/>
              <a:ea typeface="Young Serif"/>
              <a:cs typeface="Young Serif"/>
              <a:sym typeface="Young Serif"/>
            </a:endParaRPr>
          </a:p>
          <a:p>
            <a:pPr indent="-311150" lvl="1" marL="9144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Assistant Professor at Tennessee Tech </a:t>
            </a:r>
            <a:endParaRPr sz="1300">
              <a:solidFill>
                <a:schemeClr val="accent6"/>
              </a:solidFill>
              <a:latin typeface="Young Serif"/>
              <a:ea typeface="Young Serif"/>
              <a:cs typeface="Young Serif"/>
              <a:sym typeface="Young Serif"/>
            </a:endParaRPr>
          </a:p>
          <a:p>
            <a:pPr indent="-311150" lvl="1" marL="914400" rtl="0" algn="l">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Financial Economist at U.S. Securities and Exchange Commission</a:t>
            </a:r>
            <a:endParaRPr sz="1300">
              <a:solidFill>
                <a:schemeClr val="accent6"/>
              </a:solidFill>
              <a:latin typeface="Young Serif"/>
              <a:ea typeface="Young Serif"/>
              <a:cs typeface="Young Serif"/>
              <a:sym typeface="Young Serif"/>
            </a:endParaRPr>
          </a:p>
          <a:p>
            <a:pPr indent="0" lvl="0" marL="0" rtl="0" algn="l">
              <a:spcBef>
                <a:spcPts val="0"/>
              </a:spcBef>
              <a:spcAft>
                <a:spcPts val="0"/>
              </a:spcAft>
              <a:buNone/>
            </a:pPr>
            <a:r>
              <a:t/>
            </a:r>
            <a:endParaRPr sz="1300">
              <a:solidFill>
                <a:schemeClr val="accent6"/>
              </a:solidFill>
              <a:latin typeface="Young Serif"/>
              <a:ea typeface="Young Serif"/>
              <a:cs typeface="Young Serif"/>
              <a:sym typeface="Young Serif"/>
            </a:endParaRPr>
          </a:p>
          <a:p>
            <a:pPr indent="-311150" lvl="0" marL="457200" rtl="0" algn="l">
              <a:lnSpc>
                <a:spcPct val="121739"/>
              </a:lnSpc>
              <a:spcBef>
                <a:spcPts val="0"/>
              </a:spcBef>
              <a:spcAft>
                <a:spcPts val="0"/>
              </a:spcAft>
              <a:buClr>
                <a:schemeClr val="accent6"/>
              </a:buClr>
              <a:buSzPts val="1300"/>
              <a:buFont typeface="Young Serif"/>
              <a:buChar char="●"/>
            </a:pPr>
            <a:r>
              <a:rPr lang="en" sz="1300">
                <a:solidFill>
                  <a:schemeClr val="accent6"/>
                </a:solidFill>
                <a:latin typeface="Young Serif"/>
                <a:ea typeface="Young Serif"/>
                <a:cs typeface="Young Serif"/>
                <a:sym typeface="Young Serif"/>
              </a:rPr>
              <a:t>Cosponsorship with TCNJ Career Center - The Networking Exchange</a:t>
            </a:r>
            <a:endParaRPr sz="1300">
              <a:solidFill>
                <a:schemeClr val="accent6"/>
              </a:solidFill>
              <a:latin typeface="Young Serif"/>
              <a:ea typeface="Young Serif"/>
              <a:cs typeface="Young Serif"/>
              <a:sym typeface="Young Serif"/>
            </a:endParaRPr>
          </a:p>
          <a:p>
            <a:pPr indent="-311150" lvl="0" marL="457200" rtl="0" algn="l">
              <a:spcBef>
                <a:spcPts val="0"/>
              </a:spcBef>
              <a:spcAft>
                <a:spcPts val="0"/>
              </a:spcAft>
              <a:buClr>
                <a:schemeClr val="accent6"/>
              </a:buClr>
              <a:buSzPts val="1300"/>
              <a:buFont typeface="Young Serif"/>
              <a:buChar char="●"/>
            </a:pPr>
            <a:r>
              <a:rPr lang="en" sz="1300">
                <a:solidFill>
                  <a:srgbClr val="121212"/>
                </a:solidFill>
                <a:latin typeface="Young Serif"/>
                <a:ea typeface="Young Serif"/>
                <a:cs typeface="Young Serif"/>
                <a:sym typeface="Young Serif"/>
              </a:rPr>
              <a:t>Wed, Mar 25,  2 PM-4:30 PM in BB Basement </a:t>
            </a:r>
            <a:endParaRPr sz="1300">
              <a:solidFill>
                <a:srgbClr val="121212"/>
              </a:solidFill>
              <a:latin typeface="Young Serif"/>
              <a:ea typeface="Young Serif"/>
              <a:cs typeface="Young Serif"/>
              <a:sym typeface="Young Serif"/>
            </a:endParaRPr>
          </a:p>
          <a:p>
            <a:pPr indent="-311150" lvl="0" marL="457200" rtl="0" algn="l">
              <a:spcBef>
                <a:spcPts val="0"/>
              </a:spcBef>
              <a:spcAft>
                <a:spcPts val="0"/>
              </a:spcAft>
              <a:buClr>
                <a:srgbClr val="121212"/>
              </a:buClr>
              <a:buSzPts val="1300"/>
              <a:buFont typeface="Young Serif"/>
              <a:buChar char="●"/>
            </a:pPr>
            <a:r>
              <a:rPr lang="en" sz="1300">
                <a:solidFill>
                  <a:srgbClr val="121212"/>
                </a:solidFill>
                <a:latin typeface="Young Serif"/>
                <a:ea typeface="Young Serif"/>
                <a:cs typeface="Young Serif"/>
                <a:sym typeface="Young Serif"/>
              </a:rPr>
              <a:t>Connect with Employers and Alumni at the TCNJ Career Center's inaugural Networking Exchange! Learn the art of networking while connecting with industry professionals, practice your elevator pitch, and build your confidence in telling your story</a:t>
            </a:r>
            <a:endParaRPr b="1" sz="1300" u="sng">
              <a:solidFill>
                <a:schemeClr val="dk1"/>
              </a:solidFill>
              <a:latin typeface="Young Serif"/>
              <a:ea typeface="Young Serif"/>
              <a:cs typeface="Young Serif"/>
              <a:sym typeface="Young Serif"/>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1248900" y="1777350"/>
            <a:ext cx="6646200" cy="158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yllabus / Course Overview #1">
  <a:themeElements>
    <a:clrScheme name="Simple Light">
      <a:dk1>
        <a:srgbClr val="03045E"/>
      </a:dk1>
      <a:lt1>
        <a:srgbClr val="CAF0F8"/>
      </a:lt1>
      <a:dk2>
        <a:srgbClr val="00508A"/>
      </a:dk2>
      <a:lt2>
        <a:srgbClr val="FFFFFF"/>
      </a:lt2>
      <a:accent1>
        <a:srgbClr val="86FFFF"/>
      </a:accent1>
      <a:accent2>
        <a:srgbClr val="90E0EF"/>
      </a:accent2>
      <a:accent3>
        <a:srgbClr val="0077B6"/>
      </a:accent3>
      <a:accent4>
        <a:srgbClr val="0096C7"/>
      </a:accent4>
      <a:accent5>
        <a:srgbClr val="00B4D8"/>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